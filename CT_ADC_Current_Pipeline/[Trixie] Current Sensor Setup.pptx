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4" r:id="rId2"/>
    <p:sldMasterId id="2147483660" r:id="rId3"/>
  </p:sldMasterIdLst>
  <p:notesMasterIdLst>
    <p:notesMasterId r:id="rId12"/>
  </p:notesMasterIdLst>
  <p:sldIdLst>
    <p:sldId id="955" r:id="rId4"/>
    <p:sldId id="979" r:id="rId5"/>
    <p:sldId id="965" r:id="rId6"/>
    <p:sldId id="966" r:id="rId7"/>
    <p:sldId id="980" r:id="rId8"/>
    <p:sldId id="981" r:id="rId9"/>
    <p:sldId id="973" r:id="rId10"/>
    <p:sldId id="97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BAEF399-C0E7-423D-9C9B-940C34AD8ECE}">
          <p14:sldIdLst>
            <p14:sldId id="955"/>
            <p14:sldId id="979"/>
            <p14:sldId id="965"/>
            <p14:sldId id="966"/>
            <p14:sldId id="980"/>
            <p14:sldId id="981"/>
            <p14:sldId id="973"/>
            <p14:sldId id="9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FF00"/>
    <a:srgbClr val="937E3B"/>
    <a:srgbClr val="B5CBE7"/>
    <a:srgbClr val="CD0505"/>
    <a:srgbClr val="F0F0F0"/>
    <a:srgbClr val="05BC58"/>
    <a:srgbClr val="05BCFE"/>
    <a:srgbClr val="D1D1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65FADA-36D1-43D1-8608-6ADDB73B6529}" v="20" dt="2026-09-02T19:15:21.813"/>
    <p1510:client id="{F3C36CC5-86E9-42AA-8B2F-3DE8EF8F2516}" v="32" dt="2026-09-02T22:21:00.4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97" autoAdjust="0"/>
    <p:restoredTop sz="94660"/>
  </p:normalViewPr>
  <p:slideViewPr>
    <p:cSldViewPr snapToGrid="0">
      <p:cViewPr>
        <p:scale>
          <a:sx n="66" d="100"/>
          <a:sy n="66" d="100"/>
        </p:scale>
        <p:origin x="588" y="-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theme" Target="theme/theme1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onghyun Lee" userId="91cdc4e3-4948-4028-a377-c05036bcf2c9" providerId="ADAL" clId="{9AFD1C7A-D115-4C7F-A6E7-1C44AE51F7F5}"/>
    <pc:docChg chg="undo redo custSel addSld delSld modSld sldOrd delSection modSection">
      <pc:chgData name="Yonghyun Lee" userId="91cdc4e3-4948-4028-a377-c05036bcf2c9" providerId="ADAL" clId="{9AFD1C7A-D115-4C7F-A6E7-1C44AE51F7F5}" dt="2026-09-02T22:22:17.348" v="1742" actId="13926"/>
      <pc:docMkLst>
        <pc:docMk/>
      </pc:docMkLst>
      <pc:sldChg chg="modSp mod">
        <pc:chgData name="Yonghyun Lee" userId="91cdc4e3-4948-4028-a377-c05036bcf2c9" providerId="ADAL" clId="{9AFD1C7A-D115-4C7F-A6E7-1C44AE51F7F5}" dt="2026-09-02T21:32:12.547" v="613" actId="20577"/>
        <pc:sldMkLst>
          <pc:docMk/>
          <pc:sldMk cId="2031967649" sldId="955"/>
        </pc:sldMkLst>
        <pc:spChg chg="mod">
          <ac:chgData name="Yonghyun Lee" userId="91cdc4e3-4948-4028-a377-c05036bcf2c9" providerId="ADAL" clId="{9AFD1C7A-D115-4C7F-A6E7-1C44AE51F7F5}" dt="2026-09-02T21:32:12.547" v="613" actId="20577"/>
          <ac:spMkLst>
            <pc:docMk/>
            <pc:sldMk cId="2031967649" sldId="955"/>
            <ac:spMk id="4" creationId="{298FD907-D54F-B5F0-D2B3-0465E2A1380E}"/>
          </ac:spMkLst>
        </pc:spChg>
      </pc:sldChg>
      <pc:sldChg chg="modSp del mod">
        <pc:chgData name="Yonghyun Lee" userId="91cdc4e3-4948-4028-a377-c05036bcf2c9" providerId="ADAL" clId="{9AFD1C7A-D115-4C7F-A6E7-1C44AE51F7F5}" dt="2026-09-02T21:38:40.234" v="689" actId="47"/>
        <pc:sldMkLst>
          <pc:docMk/>
          <pc:sldMk cId="2232938536" sldId="959"/>
        </pc:sldMkLst>
        <pc:spChg chg="mod">
          <ac:chgData name="Yonghyun Lee" userId="91cdc4e3-4948-4028-a377-c05036bcf2c9" providerId="ADAL" clId="{9AFD1C7A-D115-4C7F-A6E7-1C44AE51F7F5}" dt="2026-09-02T15:46:41.036" v="104" actId="20577"/>
          <ac:spMkLst>
            <pc:docMk/>
            <pc:sldMk cId="2232938536" sldId="959"/>
            <ac:spMk id="9" creationId="{92BF0703-FA4C-E697-6C9C-416171E8D512}"/>
          </ac:spMkLst>
        </pc:spChg>
        <pc:spChg chg="mod">
          <ac:chgData name="Yonghyun Lee" userId="91cdc4e3-4948-4028-a377-c05036bcf2c9" providerId="ADAL" clId="{9AFD1C7A-D115-4C7F-A6E7-1C44AE51F7F5}" dt="2026-09-02T15:46:34.160" v="103" actId="14100"/>
          <ac:spMkLst>
            <pc:docMk/>
            <pc:sldMk cId="2232938536" sldId="959"/>
            <ac:spMk id="15" creationId="{7479D8A0-C6D5-75DC-B59A-2EC0365194E6}"/>
          </ac:spMkLst>
        </pc:spChg>
        <pc:picChg chg="mod">
          <ac:chgData name="Yonghyun Lee" userId="91cdc4e3-4948-4028-a377-c05036bcf2c9" providerId="ADAL" clId="{9AFD1C7A-D115-4C7F-A6E7-1C44AE51F7F5}" dt="2026-09-02T15:46:33.049" v="101" actId="1076"/>
          <ac:picMkLst>
            <pc:docMk/>
            <pc:sldMk cId="2232938536" sldId="959"/>
            <ac:picMk id="8" creationId="{B0C0154A-7F78-E46D-B582-4B5F327551C8}"/>
          </ac:picMkLst>
        </pc:picChg>
      </pc:sldChg>
      <pc:sldChg chg="add del">
        <pc:chgData name="Yonghyun Lee" userId="91cdc4e3-4948-4028-a377-c05036bcf2c9" providerId="ADAL" clId="{9AFD1C7A-D115-4C7F-A6E7-1C44AE51F7F5}" dt="2026-09-02T21:38:52.093" v="699" actId="47"/>
        <pc:sldMkLst>
          <pc:docMk/>
          <pc:sldMk cId="251525136" sldId="960"/>
        </pc:sldMkLst>
      </pc:sldChg>
      <pc:sldChg chg="modSp add del mod">
        <pc:chgData name="Yonghyun Lee" userId="91cdc4e3-4948-4028-a377-c05036bcf2c9" providerId="ADAL" clId="{9AFD1C7A-D115-4C7F-A6E7-1C44AE51F7F5}" dt="2026-09-02T21:38:50.296" v="698" actId="47"/>
        <pc:sldMkLst>
          <pc:docMk/>
          <pc:sldMk cId="1949894709" sldId="962"/>
        </pc:sldMkLst>
        <pc:spChg chg="mod">
          <ac:chgData name="Yonghyun Lee" userId="91cdc4e3-4948-4028-a377-c05036bcf2c9" providerId="ADAL" clId="{9AFD1C7A-D115-4C7F-A6E7-1C44AE51F7F5}" dt="2026-09-02T15:47:14.233" v="113" actId="207"/>
          <ac:spMkLst>
            <pc:docMk/>
            <pc:sldMk cId="1949894709" sldId="962"/>
            <ac:spMk id="5" creationId="{00000000-0000-0000-0000-000000000000}"/>
          </ac:spMkLst>
        </pc:spChg>
        <pc:spChg chg="mod">
          <ac:chgData name="Yonghyun Lee" userId="91cdc4e3-4948-4028-a377-c05036bcf2c9" providerId="ADAL" clId="{9AFD1C7A-D115-4C7F-A6E7-1C44AE51F7F5}" dt="2026-09-02T15:47:44.846" v="118" actId="207"/>
          <ac:spMkLst>
            <pc:docMk/>
            <pc:sldMk cId="1949894709" sldId="962"/>
            <ac:spMk id="36" creationId="{00000000-0000-0000-0000-000000000000}"/>
          </ac:spMkLst>
        </pc:spChg>
      </pc:sldChg>
      <pc:sldChg chg="addSp delSp modSp add del mod">
        <pc:chgData name="Yonghyun Lee" userId="91cdc4e3-4948-4028-a377-c05036bcf2c9" providerId="ADAL" clId="{9AFD1C7A-D115-4C7F-A6E7-1C44AE51F7F5}" dt="2026-09-02T21:53:27.613" v="1082" actId="20577"/>
        <pc:sldMkLst>
          <pc:docMk/>
          <pc:sldMk cId="179440736" sldId="965"/>
        </pc:sldMkLst>
        <pc:spChg chg="del">
          <ac:chgData name="Yonghyun Lee" userId="91cdc4e3-4948-4028-a377-c05036bcf2c9" providerId="ADAL" clId="{9AFD1C7A-D115-4C7F-A6E7-1C44AE51F7F5}" dt="2026-09-02T18:55:09.857" v="434" actId="478"/>
          <ac:spMkLst>
            <pc:docMk/>
            <pc:sldMk cId="179440736" sldId="965"/>
            <ac:spMk id="3" creationId="{21C56AF1-1786-4812-08E9-EEBE72F8F404}"/>
          </ac:spMkLst>
        </pc:spChg>
        <pc:spChg chg="del mod">
          <ac:chgData name="Yonghyun Lee" userId="91cdc4e3-4948-4028-a377-c05036bcf2c9" providerId="ADAL" clId="{9AFD1C7A-D115-4C7F-A6E7-1C44AE51F7F5}" dt="2026-09-02T18:55:09.857" v="434" actId="478"/>
          <ac:spMkLst>
            <pc:docMk/>
            <pc:sldMk cId="179440736" sldId="965"/>
            <ac:spMk id="4" creationId="{D381BAE1-6B7F-8F79-3F7A-659342C3438D}"/>
          </ac:spMkLst>
        </pc:spChg>
        <pc:spChg chg="add del mod">
          <ac:chgData name="Yonghyun Lee" userId="91cdc4e3-4948-4028-a377-c05036bcf2c9" providerId="ADAL" clId="{9AFD1C7A-D115-4C7F-A6E7-1C44AE51F7F5}" dt="2026-09-02T21:42:21.318" v="755" actId="20577"/>
          <ac:spMkLst>
            <pc:docMk/>
            <pc:sldMk cId="179440736" sldId="965"/>
            <ac:spMk id="5" creationId="{E41720DB-7219-9692-55AB-91E514ED280F}"/>
          </ac:spMkLst>
        </pc:spChg>
        <pc:spChg chg="mod">
          <ac:chgData name="Yonghyun Lee" userId="91cdc4e3-4948-4028-a377-c05036bcf2c9" providerId="ADAL" clId="{9AFD1C7A-D115-4C7F-A6E7-1C44AE51F7F5}" dt="2026-09-02T21:53:27.613" v="1082" actId="20577"/>
          <ac:spMkLst>
            <pc:docMk/>
            <pc:sldMk cId="179440736" sldId="965"/>
            <ac:spMk id="11" creationId="{00000000-0000-0000-0000-000000000000}"/>
          </ac:spMkLst>
        </pc:spChg>
        <pc:spChg chg="del mod">
          <ac:chgData name="Yonghyun Lee" userId="91cdc4e3-4948-4028-a377-c05036bcf2c9" providerId="ADAL" clId="{9AFD1C7A-D115-4C7F-A6E7-1C44AE51F7F5}" dt="2026-09-02T18:55:09.857" v="434" actId="478"/>
          <ac:spMkLst>
            <pc:docMk/>
            <pc:sldMk cId="179440736" sldId="965"/>
            <ac:spMk id="13" creationId="{00000000-0000-0000-0000-000000000000}"/>
          </ac:spMkLst>
        </pc:spChg>
        <pc:spChg chg="del mod">
          <ac:chgData name="Yonghyun Lee" userId="91cdc4e3-4948-4028-a377-c05036bcf2c9" providerId="ADAL" clId="{9AFD1C7A-D115-4C7F-A6E7-1C44AE51F7F5}" dt="2026-09-02T18:55:09.857" v="434" actId="478"/>
          <ac:spMkLst>
            <pc:docMk/>
            <pc:sldMk cId="179440736" sldId="965"/>
            <ac:spMk id="15" creationId="{00000000-0000-0000-0000-000000000000}"/>
          </ac:spMkLst>
        </pc:spChg>
        <pc:spChg chg="add del">
          <ac:chgData name="Yonghyun Lee" userId="91cdc4e3-4948-4028-a377-c05036bcf2c9" providerId="ADAL" clId="{9AFD1C7A-D115-4C7F-A6E7-1C44AE51F7F5}" dt="2026-09-02T18:55:33.389" v="447" actId="478"/>
          <ac:spMkLst>
            <pc:docMk/>
            <pc:sldMk cId="179440736" sldId="965"/>
            <ac:spMk id="19" creationId="{00000000-0000-0000-0000-000000000000}"/>
          </ac:spMkLst>
        </pc:spChg>
      </pc:sldChg>
      <pc:sldChg chg="addSp delSp modSp add del mod ord">
        <pc:chgData name="Yonghyun Lee" userId="91cdc4e3-4948-4028-a377-c05036bcf2c9" providerId="ADAL" clId="{9AFD1C7A-D115-4C7F-A6E7-1C44AE51F7F5}" dt="2026-09-02T21:53:42.557" v="1089" actId="20577"/>
        <pc:sldMkLst>
          <pc:docMk/>
          <pc:sldMk cId="1670101565" sldId="966"/>
        </pc:sldMkLst>
        <pc:spChg chg="add mod">
          <ac:chgData name="Yonghyun Lee" userId="91cdc4e3-4948-4028-a377-c05036bcf2c9" providerId="ADAL" clId="{9AFD1C7A-D115-4C7F-A6E7-1C44AE51F7F5}" dt="2026-09-02T21:51:44.811" v="1066" actId="1038"/>
          <ac:spMkLst>
            <pc:docMk/>
            <pc:sldMk cId="1670101565" sldId="966"/>
            <ac:spMk id="3" creationId="{DF363803-A6F4-CF51-E967-B8A4A4168FC0}"/>
          </ac:spMkLst>
        </pc:spChg>
        <pc:spChg chg="del">
          <ac:chgData name="Yonghyun Lee" userId="91cdc4e3-4948-4028-a377-c05036bcf2c9" providerId="ADAL" clId="{9AFD1C7A-D115-4C7F-A6E7-1C44AE51F7F5}" dt="2026-09-02T19:00:52.669" v="470" actId="478"/>
          <ac:spMkLst>
            <pc:docMk/>
            <pc:sldMk cId="1670101565" sldId="966"/>
            <ac:spMk id="3" creationId="{EFB314A3-9B30-0C92-C2E2-9CF5C9DD58AA}"/>
          </ac:spMkLst>
        </pc:spChg>
        <pc:spChg chg="add del mod">
          <ac:chgData name="Yonghyun Lee" userId="91cdc4e3-4948-4028-a377-c05036bcf2c9" providerId="ADAL" clId="{9AFD1C7A-D115-4C7F-A6E7-1C44AE51F7F5}" dt="2026-09-02T21:51:32.801" v="1058"/>
          <ac:spMkLst>
            <pc:docMk/>
            <pc:sldMk cId="1670101565" sldId="966"/>
            <ac:spMk id="4" creationId="{0D63C80C-8AF0-CDD2-BB10-068F81CAA405}"/>
          </ac:spMkLst>
        </pc:spChg>
        <pc:spChg chg="add del mod">
          <ac:chgData name="Yonghyun Lee" userId="91cdc4e3-4948-4028-a377-c05036bcf2c9" providerId="ADAL" clId="{9AFD1C7A-D115-4C7F-A6E7-1C44AE51F7F5}" dt="2026-09-02T19:00:49.754" v="469"/>
          <ac:spMkLst>
            <pc:docMk/>
            <pc:sldMk cId="1670101565" sldId="966"/>
            <ac:spMk id="4" creationId="{AEDC75D0-48FD-576E-6A6B-F4B59183770B}"/>
          </ac:spMkLst>
        </pc:spChg>
        <pc:spChg chg="del">
          <ac:chgData name="Yonghyun Lee" userId="91cdc4e3-4948-4028-a377-c05036bcf2c9" providerId="ADAL" clId="{9AFD1C7A-D115-4C7F-A6E7-1C44AE51F7F5}" dt="2026-09-02T19:15:26.346" v="508" actId="478"/>
          <ac:spMkLst>
            <pc:docMk/>
            <pc:sldMk cId="1670101565" sldId="966"/>
            <ac:spMk id="6" creationId="{00000000-0000-0000-0000-000000000000}"/>
          </ac:spMkLst>
        </pc:spChg>
        <pc:spChg chg="add mod">
          <ac:chgData name="Yonghyun Lee" userId="91cdc4e3-4948-4028-a377-c05036bcf2c9" providerId="ADAL" clId="{9AFD1C7A-D115-4C7F-A6E7-1C44AE51F7F5}" dt="2026-09-02T21:52:28.080" v="1070" actId="20577"/>
          <ac:spMkLst>
            <pc:docMk/>
            <pc:sldMk cId="1670101565" sldId="966"/>
            <ac:spMk id="8" creationId="{68BA37D8-CE08-7C77-1A24-56BAE93DD20F}"/>
          </ac:spMkLst>
        </pc:spChg>
        <pc:spChg chg="mod">
          <ac:chgData name="Yonghyun Lee" userId="91cdc4e3-4948-4028-a377-c05036bcf2c9" providerId="ADAL" clId="{9AFD1C7A-D115-4C7F-A6E7-1C44AE51F7F5}" dt="2026-09-02T21:53:42.557" v="1089" actId="20577"/>
          <ac:spMkLst>
            <pc:docMk/>
            <pc:sldMk cId="1670101565" sldId="966"/>
            <ac:spMk id="11" creationId="{00000000-0000-0000-0000-000000000000}"/>
          </ac:spMkLst>
        </pc:spChg>
        <pc:spChg chg="del">
          <ac:chgData name="Yonghyun Lee" userId="91cdc4e3-4948-4028-a377-c05036bcf2c9" providerId="ADAL" clId="{9AFD1C7A-D115-4C7F-A6E7-1C44AE51F7F5}" dt="2026-09-02T19:00:54.125" v="473" actId="478"/>
          <ac:spMkLst>
            <pc:docMk/>
            <pc:sldMk cId="1670101565" sldId="966"/>
            <ac:spMk id="13" creationId="{00000000-0000-0000-0000-000000000000}"/>
          </ac:spMkLst>
        </pc:spChg>
        <pc:spChg chg="del">
          <ac:chgData name="Yonghyun Lee" userId="91cdc4e3-4948-4028-a377-c05036bcf2c9" providerId="ADAL" clId="{9AFD1C7A-D115-4C7F-A6E7-1C44AE51F7F5}" dt="2026-09-02T19:00:52.669" v="470" actId="478"/>
          <ac:spMkLst>
            <pc:docMk/>
            <pc:sldMk cId="1670101565" sldId="966"/>
            <ac:spMk id="15" creationId="{00000000-0000-0000-0000-000000000000}"/>
          </ac:spMkLst>
        </pc:spChg>
        <pc:spChg chg="del">
          <ac:chgData name="Yonghyun Lee" userId="91cdc4e3-4948-4028-a377-c05036bcf2c9" providerId="ADAL" clId="{9AFD1C7A-D115-4C7F-A6E7-1C44AE51F7F5}" dt="2026-09-02T19:00:52.669" v="470" actId="478"/>
          <ac:spMkLst>
            <pc:docMk/>
            <pc:sldMk cId="1670101565" sldId="966"/>
            <ac:spMk id="19" creationId="{00000000-0000-0000-0000-000000000000}"/>
          </ac:spMkLst>
        </pc:spChg>
        <pc:picChg chg="del">
          <ac:chgData name="Yonghyun Lee" userId="91cdc4e3-4948-4028-a377-c05036bcf2c9" providerId="ADAL" clId="{9AFD1C7A-D115-4C7F-A6E7-1C44AE51F7F5}" dt="2026-09-02T19:00:53.685" v="472" actId="478"/>
          <ac:picMkLst>
            <pc:docMk/>
            <pc:sldMk cId="1670101565" sldId="966"/>
            <ac:picMk id="2" creationId="{00000000-0000-0000-0000-000000000000}"/>
          </ac:picMkLst>
        </pc:picChg>
        <pc:picChg chg="add mod">
          <ac:chgData name="Yonghyun Lee" userId="91cdc4e3-4948-4028-a377-c05036bcf2c9" providerId="ADAL" clId="{9AFD1C7A-D115-4C7F-A6E7-1C44AE51F7F5}" dt="2026-09-02T21:51:43.049" v="1064" actId="1076"/>
          <ac:picMkLst>
            <pc:docMk/>
            <pc:sldMk cId="1670101565" sldId="966"/>
            <ac:picMk id="2" creationId="{0237802B-8C39-E047-6A4C-2DCBF337159B}"/>
          </ac:picMkLst>
        </pc:picChg>
        <pc:picChg chg="del">
          <ac:chgData name="Yonghyun Lee" userId="91cdc4e3-4948-4028-a377-c05036bcf2c9" providerId="ADAL" clId="{9AFD1C7A-D115-4C7F-A6E7-1C44AE51F7F5}" dt="2026-09-02T19:00:53.196" v="471" actId="478"/>
          <ac:picMkLst>
            <pc:docMk/>
            <pc:sldMk cId="1670101565" sldId="966"/>
            <ac:picMk id="5" creationId="{00000000-0000-0000-0000-000000000000}"/>
          </ac:picMkLst>
        </pc:picChg>
        <pc:picChg chg="add del mod">
          <ac:chgData name="Yonghyun Lee" userId="91cdc4e3-4948-4028-a377-c05036bcf2c9" providerId="ADAL" clId="{9AFD1C7A-D115-4C7F-A6E7-1C44AE51F7F5}" dt="2026-09-02T21:43:43.797" v="834" actId="478"/>
          <ac:picMkLst>
            <pc:docMk/>
            <pc:sldMk cId="1670101565" sldId="966"/>
            <ac:picMk id="9" creationId="{4F5901DC-1BC0-DC52-C518-676CD6A71B53}"/>
          </ac:picMkLst>
        </pc:picChg>
        <pc:picChg chg="add del mod">
          <ac:chgData name="Yonghyun Lee" userId="91cdc4e3-4948-4028-a377-c05036bcf2c9" providerId="ADAL" clId="{9AFD1C7A-D115-4C7F-A6E7-1C44AE51F7F5}" dt="2026-09-02T21:43:44.200" v="835" actId="478"/>
          <ac:picMkLst>
            <pc:docMk/>
            <pc:sldMk cId="1670101565" sldId="966"/>
            <ac:picMk id="10" creationId="{96B12FD0-A7A3-945D-AB60-9FFC48D47462}"/>
          </ac:picMkLst>
        </pc:picChg>
      </pc:sldChg>
      <pc:sldChg chg="del">
        <pc:chgData name="Yonghyun Lee" userId="91cdc4e3-4948-4028-a377-c05036bcf2c9" providerId="ADAL" clId="{9AFD1C7A-D115-4C7F-A6E7-1C44AE51F7F5}" dt="2026-09-02T21:52:42.636" v="1071" actId="47"/>
        <pc:sldMkLst>
          <pc:docMk/>
          <pc:sldMk cId="4106223299" sldId="967"/>
        </pc:sldMkLst>
      </pc:sldChg>
      <pc:sldChg chg="addSp delSp modSp del mod">
        <pc:chgData name="Yonghyun Lee" userId="91cdc4e3-4948-4028-a377-c05036bcf2c9" providerId="ADAL" clId="{9AFD1C7A-D115-4C7F-A6E7-1C44AE51F7F5}" dt="2026-09-02T21:52:45.073" v="1073" actId="47"/>
        <pc:sldMkLst>
          <pc:docMk/>
          <pc:sldMk cId="3841860761" sldId="971"/>
        </pc:sldMkLst>
        <pc:spChg chg="mod">
          <ac:chgData name="Yonghyun Lee" userId="91cdc4e3-4948-4028-a377-c05036bcf2c9" providerId="ADAL" clId="{9AFD1C7A-D115-4C7F-A6E7-1C44AE51F7F5}" dt="2026-09-02T21:07:55.899" v="595" actId="20577"/>
          <ac:spMkLst>
            <pc:docMk/>
            <pc:sldMk cId="3841860761" sldId="971"/>
            <ac:spMk id="2" creationId="{00000000-0000-0000-0000-000000000000}"/>
          </ac:spMkLst>
        </pc:spChg>
        <pc:spChg chg="mod">
          <ac:chgData name="Yonghyun Lee" userId="91cdc4e3-4948-4028-a377-c05036bcf2c9" providerId="ADAL" clId="{9AFD1C7A-D115-4C7F-A6E7-1C44AE51F7F5}" dt="2026-09-02T21:07:00.778" v="586" actId="20577"/>
          <ac:spMkLst>
            <pc:docMk/>
            <pc:sldMk cId="3841860761" sldId="971"/>
            <ac:spMk id="3" creationId="{8EBF76F0-9229-5108-FD2A-5BB199A99B6C}"/>
          </ac:spMkLst>
        </pc:spChg>
        <pc:spChg chg="add del mod">
          <ac:chgData name="Yonghyun Lee" userId="91cdc4e3-4948-4028-a377-c05036bcf2c9" providerId="ADAL" clId="{9AFD1C7A-D115-4C7F-A6E7-1C44AE51F7F5}" dt="2026-09-02T21:36:43.874" v="637"/>
          <ac:spMkLst>
            <pc:docMk/>
            <pc:sldMk cId="3841860761" sldId="971"/>
            <ac:spMk id="5" creationId="{44933577-0D65-F746-37CE-AC616116AA78}"/>
          </ac:spMkLst>
        </pc:spChg>
        <pc:spChg chg="del mod">
          <ac:chgData name="Yonghyun Lee" userId="91cdc4e3-4948-4028-a377-c05036bcf2c9" providerId="ADAL" clId="{9AFD1C7A-D115-4C7F-A6E7-1C44AE51F7F5}" dt="2026-09-02T16:02:53.146" v="282" actId="478"/>
          <ac:spMkLst>
            <pc:docMk/>
            <pc:sldMk cId="3841860761" sldId="971"/>
            <ac:spMk id="6" creationId="{1B256ED1-95FD-56F2-81FD-F3E4EED74290}"/>
          </ac:spMkLst>
        </pc:spChg>
        <pc:spChg chg="add mod">
          <ac:chgData name="Yonghyun Lee" userId="91cdc4e3-4948-4028-a377-c05036bcf2c9" providerId="ADAL" clId="{9AFD1C7A-D115-4C7F-A6E7-1C44AE51F7F5}" dt="2026-09-02T20:13:23.598" v="521" actId="20577"/>
          <ac:spMkLst>
            <pc:docMk/>
            <pc:sldMk cId="3841860761" sldId="971"/>
            <ac:spMk id="7" creationId="{E0B21423-7761-F3E0-90D5-F615B7565697}"/>
          </ac:spMkLst>
        </pc:spChg>
        <pc:spChg chg="add del mod">
          <ac:chgData name="Yonghyun Lee" userId="91cdc4e3-4948-4028-a377-c05036bcf2c9" providerId="ADAL" clId="{9AFD1C7A-D115-4C7F-A6E7-1C44AE51F7F5}" dt="2026-09-02T21:07:37.265" v="587" actId="478"/>
          <ac:spMkLst>
            <pc:docMk/>
            <pc:sldMk cId="3841860761" sldId="971"/>
            <ac:spMk id="8" creationId="{6F5F13DB-9A5B-7CFA-0A2C-359DDCEE2B08}"/>
          </ac:spMkLst>
        </pc:spChg>
        <pc:spChg chg="del">
          <ac:chgData name="Yonghyun Lee" userId="91cdc4e3-4948-4028-a377-c05036bcf2c9" providerId="ADAL" clId="{9AFD1C7A-D115-4C7F-A6E7-1C44AE51F7F5}" dt="2026-09-02T20:13:09.294" v="510" actId="478"/>
          <ac:spMkLst>
            <pc:docMk/>
            <pc:sldMk cId="3841860761" sldId="971"/>
            <ac:spMk id="9" creationId="{323BFCE9-A309-39D1-9EE1-446733764EBF}"/>
          </ac:spMkLst>
        </pc:spChg>
        <pc:spChg chg="del mod">
          <ac:chgData name="Yonghyun Lee" userId="91cdc4e3-4948-4028-a377-c05036bcf2c9" providerId="ADAL" clId="{9AFD1C7A-D115-4C7F-A6E7-1C44AE51F7F5}" dt="2026-09-02T16:03:02.188" v="283" actId="478"/>
          <ac:spMkLst>
            <pc:docMk/>
            <pc:sldMk cId="3841860761" sldId="971"/>
            <ac:spMk id="13" creationId="{F1C757C9-0437-EFEB-1F9A-9548D59522BE}"/>
          </ac:spMkLst>
        </pc:spChg>
        <pc:spChg chg="del mod">
          <ac:chgData name="Yonghyun Lee" userId="91cdc4e3-4948-4028-a377-c05036bcf2c9" providerId="ADAL" clId="{9AFD1C7A-D115-4C7F-A6E7-1C44AE51F7F5}" dt="2026-09-02T16:03:04.284" v="284" actId="478"/>
          <ac:spMkLst>
            <pc:docMk/>
            <pc:sldMk cId="3841860761" sldId="971"/>
            <ac:spMk id="16" creationId="{924DE9FB-0EA9-0843-50C3-A9181DC40559}"/>
          </ac:spMkLst>
        </pc:spChg>
        <pc:spChg chg="add del mod">
          <ac:chgData name="Yonghyun Lee" userId="91cdc4e3-4948-4028-a377-c05036bcf2c9" providerId="ADAL" clId="{9AFD1C7A-D115-4C7F-A6E7-1C44AE51F7F5}" dt="2026-09-02T16:03:37.153" v="291" actId="478"/>
          <ac:spMkLst>
            <pc:docMk/>
            <pc:sldMk cId="3841860761" sldId="971"/>
            <ac:spMk id="17" creationId="{926D5266-4BDE-FEEE-61E9-A65CDCA44E4C}"/>
          </ac:spMkLst>
        </pc:spChg>
        <pc:picChg chg="add del mod">
          <ac:chgData name="Yonghyun Lee" userId="91cdc4e3-4948-4028-a377-c05036bcf2c9" providerId="ADAL" clId="{9AFD1C7A-D115-4C7F-A6E7-1C44AE51F7F5}" dt="2026-09-02T16:03:37.536" v="292" actId="478"/>
          <ac:picMkLst>
            <pc:docMk/>
            <pc:sldMk cId="3841860761" sldId="971"/>
            <ac:picMk id="5" creationId="{B8A5118F-3CDA-FADB-35D7-FC9B6AF5A819}"/>
          </ac:picMkLst>
        </pc:picChg>
        <pc:picChg chg="del mod">
          <ac:chgData name="Yonghyun Lee" userId="91cdc4e3-4948-4028-a377-c05036bcf2c9" providerId="ADAL" clId="{9AFD1C7A-D115-4C7F-A6E7-1C44AE51F7F5}" dt="2026-09-02T15:56:54.911" v="157" actId="478"/>
          <ac:picMkLst>
            <pc:docMk/>
            <pc:sldMk cId="3841860761" sldId="971"/>
            <ac:picMk id="12" creationId="{18327A2E-DAA8-77FE-69FF-C681E48E0928}"/>
          </ac:picMkLst>
        </pc:picChg>
      </pc:sldChg>
      <pc:sldChg chg="del">
        <pc:chgData name="Yonghyun Lee" userId="91cdc4e3-4948-4028-a377-c05036bcf2c9" providerId="ADAL" clId="{9AFD1C7A-D115-4C7F-A6E7-1C44AE51F7F5}" dt="2026-09-02T18:49:00.201" v="424" actId="47"/>
        <pc:sldMkLst>
          <pc:docMk/>
          <pc:sldMk cId="1959385215" sldId="972"/>
        </pc:sldMkLst>
      </pc:sldChg>
      <pc:sldChg chg="delSp modSp add del mod">
        <pc:chgData name="Yonghyun Lee" userId="91cdc4e3-4948-4028-a377-c05036bcf2c9" providerId="ADAL" clId="{9AFD1C7A-D115-4C7F-A6E7-1C44AE51F7F5}" dt="2026-09-02T22:13:58.314" v="1582" actId="20577"/>
        <pc:sldMkLst>
          <pc:docMk/>
          <pc:sldMk cId="979751197" sldId="973"/>
        </pc:sldMkLst>
        <pc:spChg chg="mod">
          <ac:chgData name="Yonghyun Lee" userId="91cdc4e3-4948-4028-a377-c05036bcf2c9" providerId="ADAL" clId="{9AFD1C7A-D115-4C7F-A6E7-1C44AE51F7F5}" dt="2026-09-02T22:11:08.327" v="1492" actId="20577"/>
          <ac:spMkLst>
            <pc:docMk/>
            <pc:sldMk cId="979751197" sldId="973"/>
            <ac:spMk id="2" creationId="{00000000-0000-0000-0000-000000000000}"/>
          </ac:spMkLst>
        </pc:spChg>
        <pc:spChg chg="mod">
          <ac:chgData name="Yonghyun Lee" userId="91cdc4e3-4948-4028-a377-c05036bcf2c9" providerId="ADAL" clId="{9AFD1C7A-D115-4C7F-A6E7-1C44AE51F7F5}" dt="2026-09-02T22:13:58.314" v="1582" actId="20577"/>
          <ac:spMkLst>
            <pc:docMk/>
            <pc:sldMk cId="979751197" sldId="973"/>
            <ac:spMk id="3" creationId="{8EBF76F0-9229-5108-FD2A-5BB199A99B6C}"/>
          </ac:spMkLst>
        </pc:spChg>
        <pc:picChg chg="del">
          <ac:chgData name="Yonghyun Lee" userId="91cdc4e3-4948-4028-a377-c05036bcf2c9" providerId="ADAL" clId="{9AFD1C7A-D115-4C7F-A6E7-1C44AE51F7F5}" dt="2026-09-02T18:49:21.798" v="427" actId="478"/>
          <ac:picMkLst>
            <pc:docMk/>
            <pc:sldMk cId="979751197" sldId="973"/>
            <ac:picMk id="6" creationId="{921259B5-E0D0-90EF-10B2-2AC5EF5DA9B8}"/>
          </ac:picMkLst>
        </pc:picChg>
        <pc:picChg chg="del mod">
          <ac:chgData name="Yonghyun Lee" userId="91cdc4e3-4948-4028-a377-c05036bcf2c9" providerId="ADAL" clId="{9AFD1C7A-D115-4C7F-A6E7-1C44AE51F7F5}" dt="2026-09-02T22:13:39.795" v="1568" actId="478"/>
          <ac:picMkLst>
            <pc:docMk/>
            <pc:sldMk cId="979751197" sldId="973"/>
            <ac:picMk id="7" creationId="{C9ADFFD3-5772-0A9E-40B8-77D330F9634A}"/>
          </ac:picMkLst>
        </pc:picChg>
      </pc:sldChg>
      <pc:sldChg chg="delSp modSp add del mod">
        <pc:chgData name="Yonghyun Lee" userId="91cdc4e3-4948-4028-a377-c05036bcf2c9" providerId="ADAL" clId="{9AFD1C7A-D115-4C7F-A6E7-1C44AE51F7F5}" dt="2026-09-02T22:22:17.348" v="1742" actId="13926"/>
        <pc:sldMkLst>
          <pc:docMk/>
          <pc:sldMk cId="4195732193" sldId="975"/>
        </pc:sldMkLst>
        <pc:spChg chg="mod">
          <ac:chgData name="Yonghyun Lee" userId="91cdc4e3-4948-4028-a377-c05036bcf2c9" providerId="ADAL" clId="{9AFD1C7A-D115-4C7F-A6E7-1C44AE51F7F5}" dt="2026-09-02T22:14:44.314" v="1586" actId="20577"/>
          <ac:spMkLst>
            <pc:docMk/>
            <pc:sldMk cId="4195732193" sldId="975"/>
            <ac:spMk id="2" creationId="{62C7D348-707E-9F90-F0E0-3FC362324A89}"/>
          </ac:spMkLst>
        </pc:spChg>
        <pc:spChg chg="mod">
          <ac:chgData name="Yonghyun Lee" userId="91cdc4e3-4948-4028-a377-c05036bcf2c9" providerId="ADAL" clId="{9AFD1C7A-D115-4C7F-A6E7-1C44AE51F7F5}" dt="2026-09-02T22:16:46.962" v="1679" actId="20577"/>
          <ac:spMkLst>
            <pc:docMk/>
            <pc:sldMk cId="4195732193" sldId="975"/>
            <ac:spMk id="7" creationId="{3CDC89F0-0C70-7F60-62F4-22970F069D79}"/>
          </ac:spMkLst>
        </pc:spChg>
        <pc:spChg chg="mod">
          <ac:chgData name="Yonghyun Lee" userId="91cdc4e3-4948-4028-a377-c05036bcf2c9" providerId="ADAL" clId="{9AFD1C7A-D115-4C7F-A6E7-1C44AE51F7F5}" dt="2026-09-02T22:18:01.243" v="1724" actId="13926"/>
          <ac:spMkLst>
            <pc:docMk/>
            <pc:sldMk cId="4195732193" sldId="975"/>
            <ac:spMk id="8" creationId="{3ED37CCF-E5BD-344C-E14A-E5E4246970E6}"/>
          </ac:spMkLst>
        </pc:spChg>
        <pc:spChg chg="del">
          <ac:chgData name="Yonghyun Lee" userId="91cdc4e3-4948-4028-a377-c05036bcf2c9" providerId="ADAL" clId="{9AFD1C7A-D115-4C7F-A6E7-1C44AE51F7F5}" dt="2026-09-02T22:18:17.678" v="1725" actId="478"/>
          <ac:spMkLst>
            <pc:docMk/>
            <pc:sldMk cId="4195732193" sldId="975"/>
            <ac:spMk id="10" creationId="{D30D237D-94A2-C72B-9787-B73E34517792}"/>
          </ac:spMkLst>
        </pc:spChg>
        <pc:spChg chg="mod">
          <ac:chgData name="Yonghyun Lee" userId="91cdc4e3-4948-4028-a377-c05036bcf2c9" providerId="ADAL" clId="{9AFD1C7A-D115-4C7F-A6E7-1C44AE51F7F5}" dt="2026-09-02T22:22:17.348" v="1742" actId="13926"/>
          <ac:spMkLst>
            <pc:docMk/>
            <pc:sldMk cId="4195732193" sldId="975"/>
            <ac:spMk id="11" creationId="{0C636943-82E0-AB18-0697-8193C9314E86}"/>
          </ac:spMkLst>
        </pc:spChg>
      </pc:sldChg>
      <pc:sldChg chg="del">
        <pc:chgData name="Yonghyun Lee" userId="91cdc4e3-4948-4028-a377-c05036bcf2c9" providerId="ADAL" clId="{9AFD1C7A-D115-4C7F-A6E7-1C44AE51F7F5}" dt="2026-09-02T18:50:20.425" v="428" actId="47"/>
        <pc:sldMkLst>
          <pc:docMk/>
          <pc:sldMk cId="310146449" sldId="976"/>
        </pc:sldMkLst>
      </pc:sldChg>
      <pc:sldChg chg="del">
        <pc:chgData name="Yonghyun Lee" userId="91cdc4e3-4948-4028-a377-c05036bcf2c9" providerId="ADAL" clId="{9AFD1C7A-D115-4C7F-A6E7-1C44AE51F7F5}" dt="2026-09-02T18:50:28.292" v="430" actId="47"/>
        <pc:sldMkLst>
          <pc:docMk/>
          <pc:sldMk cId="562628337" sldId="977"/>
        </pc:sldMkLst>
      </pc:sldChg>
      <pc:sldChg chg="modSp del mod ord modShow">
        <pc:chgData name="Yonghyun Lee" userId="91cdc4e3-4948-4028-a377-c05036bcf2c9" providerId="ADAL" clId="{9AFD1C7A-D115-4C7F-A6E7-1C44AE51F7F5}" dt="2026-09-02T21:52:43.715" v="1072" actId="47"/>
        <pc:sldMkLst>
          <pc:docMk/>
          <pc:sldMk cId="1639436294" sldId="978"/>
        </pc:sldMkLst>
        <pc:spChg chg="mod">
          <ac:chgData name="Yonghyun Lee" userId="91cdc4e3-4948-4028-a377-c05036bcf2c9" providerId="ADAL" clId="{9AFD1C7A-D115-4C7F-A6E7-1C44AE51F7F5}" dt="2026-09-02T15:49:32.281" v="127" actId="1076"/>
          <ac:spMkLst>
            <pc:docMk/>
            <pc:sldMk cId="1639436294" sldId="978"/>
            <ac:spMk id="4" creationId="{EB2DB733-8F61-84F6-97EE-FC189CD0551A}"/>
          </ac:spMkLst>
        </pc:spChg>
      </pc:sldChg>
      <pc:sldChg chg="addSp delSp modSp add mod">
        <pc:chgData name="Yonghyun Lee" userId="91cdc4e3-4948-4028-a377-c05036bcf2c9" providerId="ADAL" clId="{9AFD1C7A-D115-4C7F-A6E7-1C44AE51F7F5}" dt="2026-09-02T21:37:41.947" v="688" actId="20577"/>
        <pc:sldMkLst>
          <pc:docMk/>
          <pc:sldMk cId="1139116011" sldId="979"/>
        </pc:sldMkLst>
        <pc:spChg chg="mod">
          <ac:chgData name="Yonghyun Lee" userId="91cdc4e3-4948-4028-a377-c05036bcf2c9" providerId="ADAL" clId="{9AFD1C7A-D115-4C7F-A6E7-1C44AE51F7F5}" dt="2026-09-02T21:37:41.947" v="688" actId="20577"/>
          <ac:spMkLst>
            <pc:docMk/>
            <pc:sldMk cId="1139116011" sldId="979"/>
            <ac:spMk id="2" creationId="{00000000-0000-0000-0000-000000000000}"/>
          </ac:spMkLst>
        </pc:spChg>
        <pc:spChg chg="del">
          <ac:chgData name="Yonghyun Lee" userId="91cdc4e3-4948-4028-a377-c05036bcf2c9" providerId="ADAL" clId="{9AFD1C7A-D115-4C7F-A6E7-1C44AE51F7F5}" dt="2026-09-02T21:36:49.788" v="638" actId="478"/>
          <ac:spMkLst>
            <pc:docMk/>
            <pc:sldMk cId="1139116011" sldId="979"/>
            <ac:spMk id="3" creationId="{8EBF76F0-9229-5108-FD2A-5BB199A99B6C}"/>
          </ac:spMkLst>
        </pc:spChg>
        <pc:spChg chg="add mod">
          <ac:chgData name="Yonghyun Lee" userId="91cdc4e3-4948-4028-a377-c05036bcf2c9" providerId="ADAL" clId="{9AFD1C7A-D115-4C7F-A6E7-1C44AE51F7F5}" dt="2026-09-02T21:36:50.079" v="639"/>
          <ac:spMkLst>
            <pc:docMk/>
            <pc:sldMk cId="1139116011" sldId="979"/>
            <ac:spMk id="5" creationId="{5C5312F9-1E75-2D82-45BC-2FD4E19BCB46}"/>
          </ac:spMkLst>
        </pc:spChg>
        <pc:spChg chg="add mod">
          <ac:chgData name="Yonghyun Lee" userId="91cdc4e3-4948-4028-a377-c05036bcf2c9" providerId="ADAL" clId="{9AFD1C7A-D115-4C7F-A6E7-1C44AE51F7F5}" dt="2026-09-02T21:36:50.079" v="639"/>
          <ac:spMkLst>
            <pc:docMk/>
            <pc:sldMk cId="1139116011" sldId="979"/>
            <ac:spMk id="6" creationId="{303DD9E9-33D3-89BA-3B5F-E673B5B48547}"/>
          </ac:spMkLst>
        </pc:spChg>
        <pc:spChg chg="del">
          <ac:chgData name="Yonghyun Lee" userId="91cdc4e3-4948-4028-a377-c05036bcf2c9" providerId="ADAL" clId="{9AFD1C7A-D115-4C7F-A6E7-1C44AE51F7F5}" dt="2026-09-02T21:36:49.788" v="638" actId="478"/>
          <ac:spMkLst>
            <pc:docMk/>
            <pc:sldMk cId="1139116011" sldId="979"/>
            <ac:spMk id="7" creationId="{E0B21423-7761-F3E0-90D5-F615B7565697}"/>
          </ac:spMkLst>
        </pc:spChg>
      </pc:sldChg>
      <pc:sldChg chg="addSp modSp add mod">
        <pc:chgData name="Yonghyun Lee" userId="91cdc4e3-4948-4028-a377-c05036bcf2c9" providerId="ADAL" clId="{9AFD1C7A-D115-4C7F-A6E7-1C44AE51F7F5}" dt="2026-09-02T22:02:36.490" v="1354" actId="20577"/>
        <pc:sldMkLst>
          <pc:docMk/>
          <pc:sldMk cId="3329570774" sldId="980"/>
        </pc:sldMkLst>
        <pc:spChg chg="mod">
          <ac:chgData name="Yonghyun Lee" userId="91cdc4e3-4948-4028-a377-c05036bcf2c9" providerId="ADAL" clId="{9AFD1C7A-D115-4C7F-A6E7-1C44AE51F7F5}" dt="2026-09-02T22:02:36.490" v="1354" actId="20577"/>
          <ac:spMkLst>
            <pc:docMk/>
            <pc:sldMk cId="3329570774" sldId="980"/>
            <ac:spMk id="2" creationId="{AAB55676-5829-0E6A-C0FE-83566754464A}"/>
          </ac:spMkLst>
        </pc:spChg>
        <pc:spChg chg="mod">
          <ac:chgData name="Yonghyun Lee" userId="91cdc4e3-4948-4028-a377-c05036bcf2c9" providerId="ADAL" clId="{9AFD1C7A-D115-4C7F-A6E7-1C44AE51F7F5}" dt="2026-09-02T22:01:44.767" v="1324" actId="13926"/>
          <ac:spMkLst>
            <pc:docMk/>
            <pc:sldMk cId="3329570774" sldId="980"/>
            <ac:spMk id="6" creationId="{31D3DF17-9488-2427-8DB5-833531710CC1}"/>
          </ac:spMkLst>
        </pc:spChg>
        <pc:spChg chg="mod">
          <ac:chgData name="Yonghyun Lee" userId="91cdc4e3-4948-4028-a377-c05036bcf2c9" providerId="ADAL" clId="{9AFD1C7A-D115-4C7F-A6E7-1C44AE51F7F5}" dt="2026-09-02T21:55:27.560" v="1130" actId="1076"/>
          <ac:spMkLst>
            <pc:docMk/>
            <pc:sldMk cId="3329570774" sldId="980"/>
            <ac:spMk id="8" creationId="{55152C26-2A2D-B0CC-BBC4-31FB0E3DD635}"/>
          </ac:spMkLst>
        </pc:spChg>
        <pc:spChg chg="mod">
          <ac:chgData name="Yonghyun Lee" userId="91cdc4e3-4948-4028-a377-c05036bcf2c9" providerId="ADAL" clId="{9AFD1C7A-D115-4C7F-A6E7-1C44AE51F7F5}" dt="2026-09-02T22:00:47.613" v="1284" actId="14100"/>
          <ac:spMkLst>
            <pc:docMk/>
            <pc:sldMk cId="3329570774" sldId="980"/>
            <ac:spMk id="10" creationId="{77038B37-09AD-2CAA-582C-B75EAB038F84}"/>
          </ac:spMkLst>
        </pc:spChg>
        <pc:spChg chg="mod">
          <ac:chgData name="Yonghyun Lee" userId="91cdc4e3-4948-4028-a377-c05036bcf2c9" providerId="ADAL" clId="{9AFD1C7A-D115-4C7F-A6E7-1C44AE51F7F5}" dt="2026-09-02T21:56:45.225" v="1152" actId="1076"/>
          <ac:spMkLst>
            <pc:docMk/>
            <pc:sldMk cId="3329570774" sldId="980"/>
            <ac:spMk id="15" creationId="{F128E6FE-B89A-2C31-8824-965149012F45}"/>
          </ac:spMkLst>
        </pc:spChg>
        <pc:spChg chg="add mod">
          <ac:chgData name="Yonghyun Lee" userId="91cdc4e3-4948-4028-a377-c05036bcf2c9" providerId="ADAL" clId="{9AFD1C7A-D115-4C7F-A6E7-1C44AE51F7F5}" dt="2026-09-02T21:57:00.115" v="1157" actId="1076"/>
          <ac:spMkLst>
            <pc:docMk/>
            <pc:sldMk cId="3329570774" sldId="980"/>
            <ac:spMk id="16" creationId="{36CE48C9-F764-6B96-2072-AD6B10C4CA2B}"/>
          </ac:spMkLst>
        </pc:spChg>
        <pc:spChg chg="mod">
          <ac:chgData name="Yonghyun Lee" userId="91cdc4e3-4948-4028-a377-c05036bcf2c9" providerId="ADAL" clId="{9AFD1C7A-D115-4C7F-A6E7-1C44AE51F7F5}" dt="2026-09-02T21:57:08.293" v="1159" actId="1076"/>
          <ac:spMkLst>
            <pc:docMk/>
            <pc:sldMk cId="3329570774" sldId="980"/>
            <ac:spMk id="19" creationId="{FC8BC508-DE19-FAB2-BC08-5A5ED4D521CB}"/>
          </ac:spMkLst>
        </pc:spChg>
        <pc:spChg chg="add mod">
          <ac:chgData name="Yonghyun Lee" userId="91cdc4e3-4948-4028-a377-c05036bcf2c9" providerId="ADAL" clId="{9AFD1C7A-D115-4C7F-A6E7-1C44AE51F7F5}" dt="2026-09-02T21:58:31.244" v="1268" actId="14100"/>
          <ac:spMkLst>
            <pc:docMk/>
            <pc:sldMk cId="3329570774" sldId="980"/>
            <ac:spMk id="25" creationId="{C53D77BC-9B33-0778-9005-B1025BF515EE}"/>
          </ac:spMkLst>
        </pc:spChg>
        <pc:spChg chg="add mod">
          <ac:chgData name="Yonghyun Lee" userId="91cdc4e3-4948-4028-a377-c05036bcf2c9" providerId="ADAL" clId="{9AFD1C7A-D115-4C7F-A6E7-1C44AE51F7F5}" dt="2026-09-02T22:00:58.593" v="1303" actId="14100"/>
          <ac:spMkLst>
            <pc:docMk/>
            <pc:sldMk cId="3329570774" sldId="980"/>
            <ac:spMk id="31" creationId="{5CCA77F7-8295-3F88-6287-DD8BE932514E}"/>
          </ac:spMkLst>
        </pc:spChg>
        <pc:cxnChg chg="add mod">
          <ac:chgData name="Yonghyun Lee" userId="91cdc4e3-4948-4028-a377-c05036bcf2c9" providerId="ADAL" clId="{9AFD1C7A-D115-4C7F-A6E7-1C44AE51F7F5}" dt="2026-09-02T21:55:50.474" v="1137" actId="208"/>
          <ac:cxnSpMkLst>
            <pc:docMk/>
            <pc:sldMk cId="3329570774" sldId="980"/>
            <ac:cxnSpMk id="5" creationId="{B117C3FA-4153-1DA4-A80E-DDF4BF8A6C06}"/>
          </ac:cxnSpMkLst>
        </pc:cxnChg>
        <pc:cxnChg chg="mod">
          <ac:chgData name="Yonghyun Lee" userId="91cdc4e3-4948-4028-a377-c05036bcf2c9" providerId="ADAL" clId="{9AFD1C7A-D115-4C7F-A6E7-1C44AE51F7F5}" dt="2026-09-02T21:57:08.293" v="1159" actId="1076"/>
          <ac:cxnSpMkLst>
            <pc:docMk/>
            <pc:sldMk cId="3329570774" sldId="980"/>
            <ac:cxnSpMk id="12" creationId="{40FD111C-DB50-B1EC-9B0C-705275C3E40C}"/>
          </ac:cxnSpMkLst>
        </pc:cxnChg>
        <pc:cxnChg chg="add mod">
          <ac:chgData name="Yonghyun Lee" userId="91cdc4e3-4948-4028-a377-c05036bcf2c9" providerId="ADAL" clId="{9AFD1C7A-D115-4C7F-A6E7-1C44AE51F7F5}" dt="2026-09-02T21:58:31.244" v="1268" actId="14100"/>
          <ac:cxnSpMkLst>
            <pc:docMk/>
            <pc:sldMk cId="3329570774" sldId="980"/>
            <ac:cxnSpMk id="17" creationId="{81BB5A35-99F8-B278-29F2-5E05B778E521}"/>
          </ac:cxnSpMkLst>
        </pc:cxnChg>
        <pc:cxnChg chg="add mod">
          <ac:chgData name="Yonghyun Lee" userId="91cdc4e3-4948-4028-a377-c05036bcf2c9" providerId="ADAL" clId="{9AFD1C7A-D115-4C7F-A6E7-1C44AE51F7F5}" dt="2026-09-02T21:57:17.718" v="1162"/>
          <ac:cxnSpMkLst>
            <pc:docMk/>
            <pc:sldMk cId="3329570774" sldId="980"/>
            <ac:cxnSpMk id="24" creationId="{C8422AD8-86B7-D95A-BF16-0EF20C43BE60}"/>
          </ac:cxnSpMkLst>
        </pc:cxnChg>
      </pc:sldChg>
      <pc:sldChg chg="addSp delSp modSp add mod">
        <pc:chgData name="Yonghyun Lee" userId="91cdc4e3-4948-4028-a377-c05036bcf2c9" providerId="ADAL" clId="{9AFD1C7A-D115-4C7F-A6E7-1C44AE51F7F5}" dt="2026-09-02T22:10:56.808" v="1480"/>
        <pc:sldMkLst>
          <pc:docMk/>
          <pc:sldMk cId="3195725468" sldId="981"/>
        </pc:sldMkLst>
        <pc:spChg chg="mod">
          <ac:chgData name="Yonghyun Lee" userId="91cdc4e3-4948-4028-a377-c05036bcf2c9" providerId="ADAL" clId="{9AFD1C7A-D115-4C7F-A6E7-1C44AE51F7F5}" dt="2026-09-02T22:02:42.218" v="1363" actId="20577"/>
          <ac:spMkLst>
            <pc:docMk/>
            <pc:sldMk cId="3195725468" sldId="981"/>
            <ac:spMk id="2" creationId="{2C52C9DA-E10C-01A7-04B2-7697A7E8F38F}"/>
          </ac:spMkLst>
        </pc:spChg>
        <pc:spChg chg="mod">
          <ac:chgData name="Yonghyun Lee" userId="91cdc4e3-4948-4028-a377-c05036bcf2c9" providerId="ADAL" clId="{9AFD1C7A-D115-4C7F-A6E7-1C44AE51F7F5}" dt="2026-09-02T22:09:51.805" v="1436" actId="14100"/>
          <ac:spMkLst>
            <pc:docMk/>
            <pc:sldMk cId="3195725468" sldId="981"/>
            <ac:spMk id="6" creationId="{D8096F81-6B6F-BEB0-DD7B-043CCDD8D64A}"/>
          </ac:spMkLst>
        </pc:spChg>
        <pc:spChg chg="add del">
          <ac:chgData name="Yonghyun Lee" userId="91cdc4e3-4948-4028-a377-c05036bcf2c9" providerId="ADAL" clId="{9AFD1C7A-D115-4C7F-A6E7-1C44AE51F7F5}" dt="2026-09-02T22:10:56.808" v="1480"/>
          <ac:spMkLst>
            <pc:docMk/>
            <pc:sldMk cId="3195725468" sldId="981"/>
            <ac:spMk id="7" creationId="{F7655CF5-1FCA-B96B-4BA4-87F0D5406186}"/>
          </ac:spMkLst>
        </pc:spChg>
        <pc:spChg chg="mod">
          <ac:chgData name="Yonghyun Lee" userId="91cdc4e3-4948-4028-a377-c05036bcf2c9" providerId="ADAL" clId="{9AFD1C7A-D115-4C7F-A6E7-1C44AE51F7F5}" dt="2026-09-02T22:10:22.591" v="1476" actId="1076"/>
          <ac:spMkLst>
            <pc:docMk/>
            <pc:sldMk cId="3195725468" sldId="981"/>
            <ac:spMk id="8" creationId="{C8EF37A1-3F18-B6D6-9C4D-D87C518E8805}"/>
          </ac:spMkLst>
        </pc:spChg>
        <pc:spChg chg="del">
          <ac:chgData name="Yonghyun Lee" userId="91cdc4e3-4948-4028-a377-c05036bcf2c9" providerId="ADAL" clId="{9AFD1C7A-D115-4C7F-A6E7-1C44AE51F7F5}" dt="2026-09-02T22:07:27.494" v="1424" actId="478"/>
          <ac:spMkLst>
            <pc:docMk/>
            <pc:sldMk cId="3195725468" sldId="981"/>
            <ac:spMk id="15" creationId="{C67B0141-970A-7DF4-9AF8-EB3F5470F59C}"/>
          </ac:spMkLst>
        </pc:spChg>
        <pc:spChg chg="del">
          <ac:chgData name="Yonghyun Lee" userId="91cdc4e3-4948-4028-a377-c05036bcf2c9" providerId="ADAL" clId="{9AFD1C7A-D115-4C7F-A6E7-1C44AE51F7F5}" dt="2026-09-02T22:07:30.606" v="1429" actId="478"/>
          <ac:spMkLst>
            <pc:docMk/>
            <pc:sldMk cId="3195725468" sldId="981"/>
            <ac:spMk id="16" creationId="{B062C728-E9BA-E917-BAD7-456E643A3130}"/>
          </ac:spMkLst>
        </pc:spChg>
        <pc:spChg chg="del">
          <ac:chgData name="Yonghyun Lee" userId="91cdc4e3-4948-4028-a377-c05036bcf2c9" providerId="ADAL" clId="{9AFD1C7A-D115-4C7F-A6E7-1C44AE51F7F5}" dt="2026-09-02T22:07:28.704" v="1426" actId="478"/>
          <ac:spMkLst>
            <pc:docMk/>
            <pc:sldMk cId="3195725468" sldId="981"/>
            <ac:spMk id="19" creationId="{CBBE69B2-1042-631B-9380-EBE6B7C2F580}"/>
          </ac:spMkLst>
        </pc:spChg>
        <pc:spChg chg="del">
          <ac:chgData name="Yonghyun Lee" userId="91cdc4e3-4948-4028-a377-c05036bcf2c9" providerId="ADAL" clId="{9AFD1C7A-D115-4C7F-A6E7-1C44AE51F7F5}" dt="2026-09-02T22:07:29.544" v="1427" actId="478"/>
          <ac:spMkLst>
            <pc:docMk/>
            <pc:sldMk cId="3195725468" sldId="981"/>
            <ac:spMk id="25" creationId="{A3E5CE74-FDDF-1A57-EF41-DEB6404F994A}"/>
          </ac:spMkLst>
        </pc:spChg>
        <pc:spChg chg="del">
          <ac:chgData name="Yonghyun Lee" userId="91cdc4e3-4948-4028-a377-c05036bcf2c9" providerId="ADAL" clId="{9AFD1C7A-D115-4C7F-A6E7-1C44AE51F7F5}" dt="2026-09-02T22:08:22.360" v="1430" actId="478"/>
          <ac:spMkLst>
            <pc:docMk/>
            <pc:sldMk cId="3195725468" sldId="981"/>
            <ac:spMk id="31" creationId="{DAD95E35-44AB-FE68-6B62-3F975F6C68EE}"/>
          </ac:spMkLst>
        </pc:spChg>
        <pc:cxnChg chg="del mod">
          <ac:chgData name="Yonghyun Lee" userId="91cdc4e3-4948-4028-a377-c05036bcf2c9" providerId="ADAL" clId="{9AFD1C7A-D115-4C7F-A6E7-1C44AE51F7F5}" dt="2026-09-02T22:09:56.753" v="1438" actId="478"/>
          <ac:cxnSpMkLst>
            <pc:docMk/>
            <pc:sldMk cId="3195725468" sldId="981"/>
            <ac:cxnSpMk id="5" creationId="{741E0BE9-181C-1E50-0956-189922021960}"/>
          </ac:cxnSpMkLst>
        </pc:cxnChg>
        <pc:cxnChg chg="del mod">
          <ac:chgData name="Yonghyun Lee" userId="91cdc4e3-4948-4028-a377-c05036bcf2c9" providerId="ADAL" clId="{9AFD1C7A-D115-4C7F-A6E7-1C44AE51F7F5}" dt="2026-09-02T22:07:28.046" v="1425" actId="478"/>
          <ac:cxnSpMkLst>
            <pc:docMk/>
            <pc:sldMk cId="3195725468" sldId="981"/>
            <ac:cxnSpMk id="12" creationId="{4800EACC-00D9-E7B7-55BC-90707F066C74}"/>
          </ac:cxnSpMkLst>
        </pc:cxnChg>
        <pc:cxnChg chg="del mod">
          <ac:chgData name="Yonghyun Lee" userId="91cdc4e3-4948-4028-a377-c05036bcf2c9" providerId="ADAL" clId="{9AFD1C7A-D115-4C7F-A6E7-1C44AE51F7F5}" dt="2026-09-02T22:07:29.965" v="1428" actId="478"/>
          <ac:cxnSpMkLst>
            <pc:docMk/>
            <pc:sldMk cId="3195725468" sldId="981"/>
            <ac:cxnSpMk id="17" creationId="{F2F0A8BA-87D7-2F8E-D193-2DBFCC81407C}"/>
          </ac:cxnSpMkLst>
        </pc:cxnChg>
      </pc:sldChg>
      <pc:sldChg chg="add del">
        <pc:chgData name="Yonghyun Lee" userId="91cdc4e3-4948-4028-a377-c05036bcf2c9" providerId="ADAL" clId="{9AFD1C7A-D115-4C7F-A6E7-1C44AE51F7F5}" dt="2026-09-02T22:10:59.809" v="1482"/>
        <pc:sldMkLst>
          <pc:docMk/>
          <pc:sldMk cId="1379763828" sldId="98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592F25-347B-4BCB-914B-F7B3D1B2845F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51FDAD-DD33-4B9E-90CB-0B0DF13162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851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51FDAD-DD33-4B9E-90CB-0B0DF131629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9305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-y : automatic approve to install</a:t>
            </a:r>
            <a:endParaRPr lang="en-A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51FDAD-DD33-4B9E-90CB-0B0DF131629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097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dtoverlay</a:t>
            </a:r>
            <a:r>
              <a:rPr lang="en-US"/>
              <a:t>=vc4-kms-v3d,audio=off~</a:t>
            </a:r>
          </a:p>
          <a:p>
            <a:r>
              <a:rPr lang="es-ES" altLang="ko-KR">
                <a:ea typeface="맑은 고딕"/>
              </a:rPr>
              <a:t>2. </a:t>
            </a:r>
            <a:r>
              <a:rPr lang="es-ES" altLang="ko-KR" err="1">
                <a:ea typeface="맑은 고딕"/>
              </a:rPr>
              <a:t>Disable</a:t>
            </a:r>
            <a:r>
              <a:rPr lang="es-ES" altLang="ko-KR">
                <a:ea typeface="맑은 고딕"/>
              </a:rPr>
              <a:t> </a:t>
            </a:r>
            <a:r>
              <a:rPr lang="es-ES" altLang="ko-KR" err="1">
                <a:ea typeface="맑은 고딕"/>
              </a:rPr>
              <a:t>bcm</a:t>
            </a:r>
            <a:r>
              <a:rPr lang="es-ES" altLang="ko-KR">
                <a:ea typeface="맑은 고딕"/>
              </a:rPr>
              <a:t> </a:t>
            </a:r>
            <a:r>
              <a:rPr lang="es-ES" altLang="ko-KR" err="1">
                <a:ea typeface="맑은 고딕"/>
              </a:rPr>
              <a:t>soundcard</a:t>
            </a:r>
            <a:r>
              <a:rPr lang="es-ES" altLang="ko-KR">
                <a:ea typeface="맑은 고딕"/>
              </a:rPr>
              <a:t> &amp; vc4</a:t>
            </a:r>
            <a:endParaRPr lang="es-ES" altLang="ko-KR">
              <a:ea typeface="맑은 고딕"/>
              <a:cs typeface="Calibri"/>
            </a:endParaRPr>
          </a:p>
          <a:p>
            <a:r>
              <a:rPr lang="es-ES" altLang="ko-KR"/>
              <a:t>	</a:t>
            </a:r>
            <a:r>
              <a:rPr lang="es-ES" altLang="ko-KR">
                <a:solidFill>
                  <a:srgbClr val="FF0000"/>
                </a:solidFill>
              </a:rPr>
              <a:t>cd /</a:t>
            </a:r>
            <a:r>
              <a:rPr lang="es-ES" altLang="ko-KR" err="1">
                <a:solidFill>
                  <a:srgbClr val="FF0000"/>
                </a:solidFill>
              </a:rPr>
              <a:t>etc</a:t>
            </a:r>
            <a:r>
              <a:rPr lang="es-ES" altLang="ko-KR">
                <a:solidFill>
                  <a:srgbClr val="FF0000"/>
                </a:solidFill>
              </a:rPr>
              <a:t>/</a:t>
            </a:r>
            <a:r>
              <a:rPr lang="es-ES" altLang="ko-KR" err="1">
                <a:solidFill>
                  <a:srgbClr val="FF0000"/>
                </a:solidFill>
              </a:rPr>
              <a:t>modprobe.d</a:t>
            </a:r>
            <a:endParaRPr lang="es-ES" altLang="ko-KR">
              <a:solidFill>
                <a:srgbClr val="FF0000"/>
              </a:solidFill>
            </a:endParaRPr>
          </a:p>
          <a:p>
            <a:r>
              <a:rPr lang="es-ES" altLang="ko-KR">
                <a:solidFill>
                  <a:srgbClr val="FF0000"/>
                </a:solidFill>
              </a:rPr>
              <a:t>	sudo nano </a:t>
            </a:r>
            <a:r>
              <a:rPr lang="es-ES" altLang="ko-KR" err="1">
                <a:solidFill>
                  <a:srgbClr val="FF0000"/>
                </a:solidFill>
              </a:rPr>
              <a:t>alsa-blacklist.conf</a:t>
            </a:r>
            <a:endParaRPr lang="es-ES" altLang="ko-KR">
              <a:solidFill>
                <a:srgbClr val="FF0000"/>
              </a:solidFill>
            </a:endParaRPr>
          </a:p>
          <a:p>
            <a:endParaRPr lang="es-ES" altLang="ko-KR">
              <a:solidFill>
                <a:srgbClr val="FF0000"/>
              </a:solidFill>
            </a:endParaRPr>
          </a:p>
          <a:p>
            <a:endParaRPr lang="es-ES" altLang="ko-KR">
              <a:solidFill>
                <a:srgbClr val="FF0000"/>
              </a:solidFill>
            </a:endParaRPr>
          </a:p>
          <a:p>
            <a:endParaRPr lang="es-ES" altLang="ko-KR">
              <a:solidFill>
                <a:srgbClr val="FF0000"/>
              </a:solidFill>
            </a:endParaRPr>
          </a:p>
          <a:p>
            <a:endParaRPr lang="es-ES" altLang="ko-KR">
              <a:solidFill>
                <a:srgbClr val="FF0000"/>
              </a:solidFill>
            </a:endParaRPr>
          </a:p>
          <a:p>
            <a:r>
              <a:rPr lang="en-US" altLang="ko-KR">
                <a:solidFill>
                  <a:srgbClr val="FF0000"/>
                </a:solidFill>
                <a:ea typeface="맑은 고딕"/>
              </a:rPr>
              <a:t>	type </a:t>
            </a:r>
            <a:r>
              <a:rPr lang="en-US" altLang="ko-KR">
                <a:solidFill>
                  <a:srgbClr val="FF0000"/>
                </a:solidFill>
                <a:ea typeface="맑은 고딕"/>
                <a:cs typeface="+mn-lt"/>
              </a:rPr>
              <a:t>'</a:t>
            </a:r>
            <a:r>
              <a:rPr lang="en-US" err="1">
                <a:solidFill>
                  <a:srgbClr val="FF0000"/>
                </a:solidFill>
                <a:ea typeface="+mn-lt"/>
                <a:cs typeface="+mn-lt"/>
              </a:rPr>
              <a:t>blacklist.conf</a:t>
            </a:r>
            <a:endParaRPr lang="en-US"/>
          </a:p>
          <a:p>
            <a:r>
              <a:rPr lang="en-US">
                <a:solidFill>
                  <a:srgbClr val="FF0000"/>
                </a:solidFill>
                <a:ea typeface="+mn-lt"/>
                <a:cs typeface="+mn-lt"/>
              </a:rPr>
              <a:t>       blacklist snd_bcm2835</a:t>
            </a:r>
            <a:endParaRPr lang="en-US">
              <a:ea typeface="+mn-lt"/>
              <a:cs typeface="+mn-lt"/>
            </a:endParaRPr>
          </a:p>
          <a:p>
            <a:r>
              <a:rPr lang="en-US">
                <a:solidFill>
                  <a:srgbClr val="FF0000"/>
                </a:solidFill>
                <a:ea typeface="+mn-lt"/>
                <a:cs typeface="+mn-lt"/>
              </a:rPr>
              <a:t>       blacklist </a:t>
            </a:r>
            <a:r>
              <a:rPr lang="en-US" err="1">
                <a:solidFill>
                  <a:srgbClr val="FF0000"/>
                </a:solidFill>
                <a:ea typeface="+mn-lt"/>
                <a:cs typeface="+mn-lt"/>
              </a:rPr>
              <a:t>snd_soc_hdmi_codec</a:t>
            </a:r>
            <a:endParaRPr lang="en-US"/>
          </a:p>
          <a:p>
            <a:r>
              <a:rPr lang="en-US">
                <a:solidFill>
                  <a:srgbClr val="FF0000"/>
                </a:solidFill>
                <a:ea typeface="+mn-lt"/>
                <a:cs typeface="+mn-lt"/>
              </a:rPr>
              <a:t>       blacklist </a:t>
            </a:r>
            <a:r>
              <a:rPr lang="en-US" err="1">
                <a:solidFill>
                  <a:srgbClr val="FF0000"/>
                </a:solidFill>
                <a:ea typeface="+mn-lt"/>
                <a:cs typeface="+mn-lt"/>
              </a:rPr>
              <a:t>snd_soc_core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r>
              <a:rPr lang="en-US">
                <a:solidFill>
                  <a:srgbClr val="FF0000"/>
                </a:solidFill>
                <a:ea typeface="+mn-lt"/>
                <a:cs typeface="+mn-lt"/>
              </a:rPr>
              <a:t>       blacklist </a:t>
            </a:r>
            <a:r>
              <a:rPr lang="en-US" err="1">
                <a:solidFill>
                  <a:srgbClr val="FF0000"/>
                </a:solidFill>
                <a:ea typeface="+mn-lt"/>
                <a:cs typeface="+mn-lt"/>
              </a:rPr>
              <a:t>snd_soc_simple_card_utils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r>
              <a:rPr lang="en-US">
                <a:solidFill>
                  <a:srgbClr val="FF0000"/>
                </a:solidFill>
                <a:ea typeface="+mn-lt"/>
                <a:cs typeface="+mn-lt"/>
              </a:rPr>
              <a:t>       blacklist vc4'</a:t>
            </a:r>
            <a:endParaRPr lang="en-US">
              <a:ea typeface="+mn-lt"/>
              <a:cs typeface="+mn-lt"/>
            </a:endParaRPr>
          </a:p>
          <a:p>
            <a:r>
              <a:rPr lang="en-US" altLang="ko-KR">
                <a:solidFill>
                  <a:srgbClr val="FF0000"/>
                </a:solidFill>
                <a:ea typeface="맑은 고딕"/>
              </a:rPr>
              <a:t>	</a:t>
            </a:r>
            <a:r>
              <a:rPr lang="en-US" altLang="ko-KR" err="1">
                <a:solidFill>
                  <a:srgbClr val="FF0000"/>
                </a:solidFill>
                <a:ea typeface="맑은 고딕"/>
              </a:rPr>
              <a:t>ctrl+o</a:t>
            </a:r>
            <a:r>
              <a:rPr lang="en-US" altLang="ko-KR">
                <a:solidFill>
                  <a:srgbClr val="FF0000"/>
                </a:solidFill>
                <a:ea typeface="맑은 고딕"/>
              </a:rPr>
              <a:t> &amp; Enter, </a:t>
            </a:r>
            <a:r>
              <a:rPr lang="en-US" altLang="ko-KR" err="1">
                <a:solidFill>
                  <a:srgbClr val="FF0000"/>
                </a:solidFill>
                <a:ea typeface="맑은 고딕"/>
              </a:rPr>
              <a:t>ctrl+x</a:t>
            </a:r>
            <a:r>
              <a:rPr lang="en-US" altLang="ko-KR">
                <a:solidFill>
                  <a:srgbClr val="FF0000"/>
                </a:solidFill>
                <a:ea typeface="맑은 고딕"/>
              </a:rPr>
              <a:t>, </a:t>
            </a:r>
            <a:endParaRPr lang="es-ES" altLang="ko-KR">
              <a:solidFill>
                <a:srgbClr val="FF0000"/>
              </a:solidFill>
              <a:ea typeface="맑은 고딕"/>
            </a:endParaRPr>
          </a:p>
          <a:p>
            <a:r>
              <a:rPr lang="en-US">
                <a:solidFill>
                  <a:srgbClr val="FF0000"/>
                </a:solidFill>
                <a:ea typeface="+mn-lt"/>
                <a:cs typeface="+mn-lt"/>
              </a:rPr>
              <a:t>    </a:t>
            </a:r>
            <a:r>
              <a:rPr lang="en-US" err="1">
                <a:solidFill>
                  <a:srgbClr val="FF0000"/>
                </a:solidFill>
                <a:ea typeface="+mn-lt"/>
                <a:cs typeface="+mn-lt"/>
              </a:rPr>
              <a:t>sudo</a:t>
            </a:r>
            <a:r>
              <a:rPr lang="en-US">
                <a:solidFill>
                  <a:srgbClr val="FF0000"/>
                </a:solidFill>
                <a:ea typeface="+mn-lt"/>
                <a:cs typeface="+mn-lt"/>
              </a:rPr>
              <a:t> update-</a:t>
            </a:r>
            <a:r>
              <a:rPr lang="en-US" err="1">
                <a:solidFill>
                  <a:srgbClr val="FF0000"/>
                </a:solidFill>
                <a:ea typeface="+mn-lt"/>
                <a:cs typeface="+mn-lt"/>
              </a:rPr>
              <a:t>initramfs</a:t>
            </a:r>
            <a:r>
              <a:rPr lang="en-US">
                <a:solidFill>
                  <a:srgbClr val="FF0000"/>
                </a:solidFill>
                <a:ea typeface="+mn-lt"/>
                <a:cs typeface="+mn-lt"/>
              </a:rPr>
              <a:t> -u</a:t>
            </a:r>
            <a:endParaRPr lang="en-US"/>
          </a:p>
          <a:p>
            <a:r>
              <a:rPr lang="en-US" altLang="ko-KR">
                <a:solidFill>
                  <a:srgbClr val="FF0000"/>
                </a:solidFill>
                <a:ea typeface="맑은 고딕"/>
              </a:rPr>
              <a:t>    </a:t>
            </a:r>
            <a:r>
              <a:rPr lang="en-US" altLang="ko-KR" err="1">
                <a:solidFill>
                  <a:srgbClr val="FF0000"/>
                </a:solidFill>
                <a:ea typeface="맑은 고딕"/>
              </a:rPr>
              <a:t>sudo</a:t>
            </a:r>
            <a:r>
              <a:rPr lang="en-US" altLang="ko-KR">
                <a:solidFill>
                  <a:srgbClr val="FF0000"/>
                </a:solidFill>
                <a:ea typeface="맑은 고딕"/>
              </a:rPr>
              <a:t> reboot</a:t>
            </a:r>
            <a:endParaRPr lang="es-ES" altLang="ko-KR">
              <a:solidFill>
                <a:srgbClr val="FF0000"/>
              </a:solidFill>
              <a:ea typeface="맑은 고딕"/>
              <a:cs typeface="Calibri"/>
            </a:endParaRPr>
          </a:p>
          <a:p>
            <a:endParaRPr lang="en-A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51FDAD-DD33-4B9E-90CB-0B0DF131629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5768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C52C5E-A772-A93C-5FFC-268D125F0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CFB466-443B-273C-7FCE-1041CC5168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D00E68-FC86-9AE2-F5F1-6094274859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94DB84-B75D-8CFB-FCBD-6D49E869EA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51FDAD-DD33-4B9E-90CB-0B0DF131629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6704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829D3-2749-4B8F-D7B3-DCB54431D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9B0DC4-0F48-8798-9DDF-70BCB6745C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FEE024-A617-F9CF-CC65-9F2EA4EBF6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3EB06E-D535-3613-F613-2585FA4866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51FDAD-DD33-4B9E-90CB-0B0DF131629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4251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127.0.0.1 = Local host, loop-back address</a:t>
            </a:r>
          </a:p>
          <a:p>
            <a:r>
              <a:rPr lang="en-US"/>
              <a:t>Port 5000 : normally used to develop or test a web application</a:t>
            </a:r>
            <a:endParaRPr lang="en-A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51FDAD-DD33-4B9E-90CB-0B0DF131629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1402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https://aruljohn.com/blog/raspberry-pi-sync-time/</a:t>
            </a:r>
            <a:endParaRPr lang="en-AS"/>
          </a:p>
          <a:p>
            <a:endParaRPr lang="en-A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51FDAD-DD33-4B9E-90CB-0B0DF131629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2549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6BEB0E7-F223-45C5-B9EA-8DDA7062A49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C721CD8-FF4B-49F2-A8B0-A5066169B3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0711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D7F4968-0181-0F7C-1CFB-F5DEEAF18058}"/>
              </a:ext>
            </a:extLst>
          </p:cNvPr>
          <p:cNvSpPr txBox="1"/>
          <p:nvPr userDrawn="1"/>
        </p:nvSpPr>
        <p:spPr>
          <a:xfrm>
            <a:off x="7146802" y="89740"/>
            <a:ext cx="28859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Yuseop Sim all right reserved</a:t>
            </a:r>
            <a:endParaRPr lang="LID4096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9968" y="3745"/>
            <a:ext cx="10285631" cy="91065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00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6BEB0E7-F223-45C5-B9EA-8DDA7062A49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C721CD8-FF4B-49F2-A8B0-A5066169B3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630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6BEB0E7-F223-45C5-B9EA-8DDA7062A49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C721CD8-FF4B-49F2-A8B0-A5066169B3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664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4108" y="3745"/>
            <a:ext cx="10285631" cy="91065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6BEB0E7-F223-45C5-B9EA-8DDA7062A49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C721CD8-FF4B-49F2-A8B0-A5066169B3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765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6BEB0E7-F223-45C5-B9EA-8DDA7062A49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C721CD8-FF4B-49F2-A8B0-A5066169B3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6910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4108" y="3745"/>
            <a:ext cx="10285631" cy="91065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6BEB0E7-F223-45C5-B9EA-8DDA7062A49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C721CD8-FF4B-49F2-A8B0-A5066169B3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889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6BEB0E7-F223-45C5-B9EA-8DDA7062A49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C721CD8-FF4B-49F2-A8B0-A5066169B3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218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6BEB0E7-F223-45C5-B9EA-8DDA7062A49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C721CD8-FF4B-49F2-A8B0-A5066169B3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5662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6BEB0E7-F223-45C5-B9EA-8DDA7062A49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C721CD8-FF4B-49F2-A8B0-A5066169B3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7950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4108" y="3745"/>
            <a:ext cx="10285631" cy="91065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6BEB0E7-F223-45C5-B9EA-8DDA7062A49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C721CD8-FF4B-49F2-A8B0-A5066169B3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373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6BEB0E7-F223-45C5-B9EA-8DDA7062A49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C721CD8-FF4B-49F2-A8B0-A5066169B3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4030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6BEB0E7-F223-45C5-B9EA-8DDA7062A49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C721CD8-FF4B-49F2-A8B0-A5066169B3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7546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9968" y="3745"/>
            <a:ext cx="10285631" cy="91065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00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6BEB0E7-F223-45C5-B9EA-8DDA7062A49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C721CD8-FF4B-49F2-A8B0-A5066169B3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5212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6BEB0E7-F223-45C5-B9EA-8DDA7062A49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C721CD8-FF4B-49F2-A8B0-A5066169B3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2726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4108" y="3745"/>
            <a:ext cx="10285631" cy="91065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6BEB0E7-F223-45C5-B9EA-8DDA7062A49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C721CD8-FF4B-49F2-A8B0-A5066169B3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6096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6BEB0E7-F223-45C5-B9EA-8DDA7062A49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C721CD8-FF4B-49F2-A8B0-A5066169B3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928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4108" y="3745"/>
            <a:ext cx="10285631" cy="91065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6BEB0E7-F223-45C5-B9EA-8DDA7062A49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C721CD8-FF4B-49F2-A8B0-A5066169B3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5942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6BEB0E7-F223-45C5-B9EA-8DDA7062A49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C721CD8-FF4B-49F2-A8B0-A5066169B3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02622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6BEB0E7-F223-45C5-B9EA-8DDA7062A49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C721CD8-FF4B-49F2-A8B0-A5066169B3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96186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6BEB0E7-F223-45C5-B9EA-8DDA7062A49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C721CD8-FF4B-49F2-A8B0-A5066169B3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70351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4108" y="3745"/>
            <a:ext cx="10285631" cy="91065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6BEB0E7-F223-45C5-B9EA-8DDA7062A49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C721CD8-FF4B-49F2-A8B0-A5066169B3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56963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6BEB0E7-F223-45C5-B9EA-8DDA7062A49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C721CD8-FF4B-49F2-A8B0-A5066169B3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12206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EB0E7-F223-45C5-B9EA-8DDA7062A49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21CD8-FF4B-49F2-A8B0-A5066169B3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908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9968" y="3745"/>
            <a:ext cx="10285631" cy="910655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EB0E7-F223-45C5-B9EA-8DDA7062A49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21CD8-FF4B-49F2-A8B0-A5066169B3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49321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EB0E7-F223-45C5-B9EA-8DDA7062A49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21CD8-FF4B-49F2-A8B0-A5066169B3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15358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EB0E7-F223-45C5-B9EA-8DDA7062A49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21CD8-FF4B-49F2-A8B0-A5066169B3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92353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EB0E7-F223-45C5-B9EA-8DDA7062A49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21CD8-FF4B-49F2-A8B0-A5066169B3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12047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EB0E7-F223-45C5-B9EA-8DDA7062A49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21CD8-FF4B-49F2-A8B0-A5066169B3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63970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EB0E7-F223-45C5-B9EA-8DDA7062A49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21CD8-FF4B-49F2-A8B0-A5066169B3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53063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EB0E7-F223-45C5-B9EA-8DDA7062A49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21CD8-FF4B-49F2-A8B0-A5066169B3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54339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EB0E7-F223-45C5-B9EA-8DDA7062A49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21CD8-FF4B-49F2-A8B0-A5066169B3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8491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EB0E7-F223-45C5-B9EA-8DDA7062A49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21CD8-FF4B-49F2-A8B0-A5066169B3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67643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EB0E7-F223-45C5-B9EA-8DDA7062A49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21CD8-FF4B-49F2-A8B0-A5066169B3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5388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4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5964" y="1110771"/>
            <a:ext cx="11711985" cy="50709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Line 5"/>
          <p:cNvSpPr>
            <a:spLocks noChangeShapeType="1"/>
          </p:cNvSpPr>
          <p:nvPr userDrawn="1"/>
        </p:nvSpPr>
        <p:spPr bwMode="auto">
          <a:xfrm>
            <a:off x="0" y="914400"/>
            <a:ext cx="12192000" cy="0"/>
          </a:xfrm>
          <a:prstGeom prst="line">
            <a:avLst/>
          </a:prstGeom>
          <a:noFill/>
          <a:ln w="28575">
            <a:solidFill>
              <a:srgbClr val="8663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 sz="135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0" t="12984" r="2015" b="9366"/>
          <a:stretch/>
        </p:blipFill>
        <p:spPr>
          <a:xfrm>
            <a:off x="10397420" y="604"/>
            <a:ext cx="1752601" cy="886795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8A3CBBB-6414-4953-BC1B-089D52AA7E4F}"/>
              </a:ext>
            </a:extLst>
          </p:cNvPr>
          <p:cNvSpPr/>
          <p:nvPr userDrawn="1"/>
        </p:nvSpPr>
        <p:spPr>
          <a:xfrm>
            <a:off x="8379" y="6270712"/>
            <a:ext cx="12189846" cy="58313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1472A8A-F391-4ACD-8D63-DA49FF8278BB}"/>
              </a:ext>
            </a:extLst>
          </p:cNvPr>
          <p:cNvGrpSpPr/>
          <p:nvPr userDrawn="1"/>
        </p:nvGrpSpPr>
        <p:grpSpPr>
          <a:xfrm>
            <a:off x="-12274" y="6265736"/>
            <a:ext cx="12235573" cy="610675"/>
            <a:chOff x="0" y="6247325"/>
            <a:chExt cx="12235573" cy="610675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9F639AC-950D-45FD-B788-BDE7C99BE230}"/>
                </a:ext>
              </a:extLst>
            </p:cNvPr>
            <p:cNvCxnSpPr/>
            <p:nvPr userDrawn="1"/>
          </p:nvCxnSpPr>
          <p:spPr>
            <a:xfrm>
              <a:off x="118797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7578575-D38A-4EA6-81EF-BA527ACF9117}"/>
                </a:ext>
              </a:extLst>
            </p:cNvPr>
            <p:cNvCxnSpPr/>
            <p:nvPr userDrawn="1"/>
          </p:nvCxnSpPr>
          <p:spPr>
            <a:xfrm>
              <a:off x="182091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9CC3767-55DC-4088-BF24-52D0556C52E5}"/>
                </a:ext>
              </a:extLst>
            </p:cNvPr>
            <p:cNvCxnSpPr/>
            <p:nvPr userDrawn="1"/>
          </p:nvCxnSpPr>
          <p:spPr>
            <a:xfrm>
              <a:off x="245385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7DF623C-80EC-45F9-AB3B-A462AE4BCF9C}"/>
                </a:ext>
              </a:extLst>
            </p:cNvPr>
            <p:cNvCxnSpPr/>
            <p:nvPr userDrawn="1"/>
          </p:nvCxnSpPr>
          <p:spPr>
            <a:xfrm>
              <a:off x="371973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6EF0C8A-A4B7-4206-8174-0946A844CBAE}"/>
                </a:ext>
              </a:extLst>
            </p:cNvPr>
            <p:cNvCxnSpPr/>
            <p:nvPr userDrawn="1"/>
          </p:nvCxnSpPr>
          <p:spPr>
            <a:xfrm>
              <a:off x="498561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CB9D1DA-415D-4551-8E85-0AA9FC700F11}"/>
                </a:ext>
              </a:extLst>
            </p:cNvPr>
            <p:cNvCxnSpPr/>
            <p:nvPr userDrawn="1"/>
          </p:nvCxnSpPr>
          <p:spPr>
            <a:xfrm>
              <a:off x="308679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D5E816DC-1AB0-476F-9976-F780E7A4CE7F}"/>
                </a:ext>
              </a:extLst>
            </p:cNvPr>
            <p:cNvCxnSpPr/>
            <p:nvPr userDrawn="1"/>
          </p:nvCxnSpPr>
          <p:spPr>
            <a:xfrm>
              <a:off x="561855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600564E2-F179-44A5-8949-3C74D16A79D9}"/>
                </a:ext>
              </a:extLst>
            </p:cNvPr>
            <p:cNvCxnSpPr/>
            <p:nvPr userDrawn="1"/>
          </p:nvCxnSpPr>
          <p:spPr>
            <a:xfrm>
              <a:off x="435267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F2E4D57-FB45-4CB2-90C4-788AC97B1044}"/>
                </a:ext>
              </a:extLst>
            </p:cNvPr>
            <p:cNvCxnSpPr/>
            <p:nvPr userDrawn="1"/>
          </p:nvCxnSpPr>
          <p:spPr>
            <a:xfrm>
              <a:off x="625149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42839D8D-DF57-4E28-900F-2F59565A0DA6}"/>
                </a:ext>
              </a:extLst>
            </p:cNvPr>
            <p:cNvCxnSpPr/>
            <p:nvPr userDrawn="1"/>
          </p:nvCxnSpPr>
          <p:spPr>
            <a:xfrm>
              <a:off x="688443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9BD1CAFC-2941-46A5-A46B-9693E3465818}"/>
                </a:ext>
              </a:extLst>
            </p:cNvPr>
            <p:cNvCxnSpPr/>
            <p:nvPr userDrawn="1"/>
          </p:nvCxnSpPr>
          <p:spPr>
            <a:xfrm>
              <a:off x="751737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FFFAA45-6CC8-48FD-BB4E-99D21485D6AE}"/>
                </a:ext>
              </a:extLst>
            </p:cNvPr>
            <p:cNvCxnSpPr/>
            <p:nvPr userDrawn="1"/>
          </p:nvCxnSpPr>
          <p:spPr>
            <a:xfrm>
              <a:off x="815031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C07F1172-F807-4CBF-A324-B6611F703D6C}"/>
                </a:ext>
              </a:extLst>
            </p:cNvPr>
            <p:cNvCxnSpPr/>
            <p:nvPr userDrawn="1"/>
          </p:nvCxnSpPr>
          <p:spPr>
            <a:xfrm>
              <a:off x="878325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135EFC99-AAA1-4CE1-8599-F5E206BE170E}"/>
                </a:ext>
              </a:extLst>
            </p:cNvPr>
            <p:cNvCxnSpPr/>
            <p:nvPr userDrawn="1"/>
          </p:nvCxnSpPr>
          <p:spPr>
            <a:xfrm>
              <a:off x="1131501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563CAE89-34C3-4E8C-9BC5-9EE992F323BB}"/>
                </a:ext>
              </a:extLst>
            </p:cNvPr>
            <p:cNvCxnSpPr/>
            <p:nvPr userDrawn="1"/>
          </p:nvCxnSpPr>
          <p:spPr>
            <a:xfrm>
              <a:off x="1004913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6618EA9C-1814-4ABE-99C9-B6FD05D8DD6F}"/>
                </a:ext>
              </a:extLst>
            </p:cNvPr>
            <p:cNvCxnSpPr/>
            <p:nvPr userDrawn="1"/>
          </p:nvCxnSpPr>
          <p:spPr>
            <a:xfrm>
              <a:off x="1194795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54DD5060-F4AE-4B1F-92A1-6BE03D65F080}"/>
                </a:ext>
              </a:extLst>
            </p:cNvPr>
            <p:cNvCxnSpPr/>
            <p:nvPr userDrawn="1"/>
          </p:nvCxnSpPr>
          <p:spPr>
            <a:xfrm>
              <a:off x="1384677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31D8663C-E791-45D5-A97A-52BB34DF88DE}"/>
                </a:ext>
              </a:extLst>
            </p:cNvPr>
            <p:cNvCxnSpPr/>
            <p:nvPr userDrawn="1"/>
          </p:nvCxnSpPr>
          <p:spPr>
            <a:xfrm>
              <a:off x="1511265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D20F1A32-B1E5-4F66-8727-4A9F12A410EA}"/>
                </a:ext>
              </a:extLst>
            </p:cNvPr>
            <p:cNvCxnSpPr/>
            <p:nvPr userDrawn="1"/>
          </p:nvCxnSpPr>
          <p:spPr>
            <a:xfrm>
              <a:off x="1637853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8764CAD9-282A-4FDD-9EAE-A3666C124C35}"/>
                </a:ext>
              </a:extLst>
            </p:cNvPr>
            <p:cNvCxnSpPr/>
            <p:nvPr userDrawn="1"/>
          </p:nvCxnSpPr>
          <p:spPr>
            <a:xfrm>
              <a:off x="941619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48D3F37-F1B7-4502-95FA-198A328B078A}"/>
                </a:ext>
              </a:extLst>
            </p:cNvPr>
            <p:cNvCxnSpPr/>
            <p:nvPr userDrawn="1"/>
          </p:nvCxnSpPr>
          <p:spPr>
            <a:xfrm>
              <a:off x="1068207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9A44635B-D0B8-4980-8B53-CA43C62CB2F7}"/>
                </a:ext>
              </a:extLst>
            </p:cNvPr>
            <p:cNvCxnSpPr/>
            <p:nvPr userDrawn="1"/>
          </p:nvCxnSpPr>
          <p:spPr>
            <a:xfrm>
              <a:off x="1258089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78BBF530-81BA-43F9-BF96-F5BCF91281BA}"/>
                </a:ext>
              </a:extLst>
            </p:cNvPr>
            <p:cNvCxnSpPr/>
            <p:nvPr userDrawn="1"/>
          </p:nvCxnSpPr>
          <p:spPr>
            <a:xfrm>
              <a:off x="1321383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B06EAE42-B5B5-413E-9BB5-DEC06AB35D4D}"/>
                </a:ext>
              </a:extLst>
            </p:cNvPr>
            <p:cNvCxnSpPr/>
            <p:nvPr userDrawn="1"/>
          </p:nvCxnSpPr>
          <p:spPr>
            <a:xfrm>
              <a:off x="1574559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A705F95B-D2A9-4B68-B522-FCD515FDEB58}"/>
                </a:ext>
              </a:extLst>
            </p:cNvPr>
            <p:cNvCxnSpPr/>
            <p:nvPr userDrawn="1"/>
          </p:nvCxnSpPr>
          <p:spPr>
            <a:xfrm>
              <a:off x="1447971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58FBC7E-B0BC-47D1-ACC5-C956023611FE}"/>
                </a:ext>
              </a:extLst>
            </p:cNvPr>
            <p:cNvCxnSpPr/>
            <p:nvPr userDrawn="1"/>
          </p:nvCxnSpPr>
          <p:spPr>
            <a:xfrm>
              <a:off x="1701147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FE4E7D45-7262-499D-B041-ADE2C41629A3}"/>
                </a:ext>
              </a:extLst>
            </p:cNvPr>
            <p:cNvCxnSpPr/>
            <p:nvPr userDrawn="1"/>
          </p:nvCxnSpPr>
          <p:spPr>
            <a:xfrm>
              <a:off x="1764441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C08BCF00-1E2F-4702-8677-D80B1CED8D3B}"/>
                </a:ext>
              </a:extLst>
            </p:cNvPr>
            <p:cNvCxnSpPr/>
            <p:nvPr userDrawn="1"/>
          </p:nvCxnSpPr>
          <p:spPr>
            <a:xfrm>
              <a:off x="1827735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3C1745FA-530A-49BF-A538-CFD60A47BBB4}"/>
                </a:ext>
              </a:extLst>
            </p:cNvPr>
            <p:cNvCxnSpPr/>
            <p:nvPr userDrawn="1"/>
          </p:nvCxnSpPr>
          <p:spPr>
            <a:xfrm>
              <a:off x="1891029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FAD39A7A-8BA2-45A1-99C7-EA4CB4096D4C}"/>
                </a:ext>
              </a:extLst>
            </p:cNvPr>
            <p:cNvCxnSpPr/>
            <p:nvPr userDrawn="1"/>
          </p:nvCxnSpPr>
          <p:spPr>
            <a:xfrm>
              <a:off x="2017617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9CA36A36-28EF-4EE9-8942-CEB4E1446901}"/>
                </a:ext>
              </a:extLst>
            </p:cNvPr>
            <p:cNvCxnSpPr/>
            <p:nvPr userDrawn="1"/>
          </p:nvCxnSpPr>
          <p:spPr>
            <a:xfrm>
              <a:off x="1954323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878807AE-CA57-472C-A36B-C66EAC6AE506}"/>
                </a:ext>
              </a:extLst>
            </p:cNvPr>
            <p:cNvCxnSpPr/>
            <p:nvPr userDrawn="1"/>
          </p:nvCxnSpPr>
          <p:spPr>
            <a:xfrm>
              <a:off x="2080911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5B3FCBFB-39F5-4844-9046-AE671199A055}"/>
                </a:ext>
              </a:extLst>
            </p:cNvPr>
            <p:cNvCxnSpPr/>
            <p:nvPr userDrawn="1"/>
          </p:nvCxnSpPr>
          <p:spPr>
            <a:xfrm>
              <a:off x="2207499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6472AC28-43B8-475C-A4B9-A23D25A104A3}"/>
                </a:ext>
              </a:extLst>
            </p:cNvPr>
            <p:cNvCxnSpPr/>
            <p:nvPr userDrawn="1"/>
          </p:nvCxnSpPr>
          <p:spPr>
            <a:xfrm>
              <a:off x="2334087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9DA00D93-61F7-47AC-BF1C-8DC7873C658E}"/>
                </a:ext>
              </a:extLst>
            </p:cNvPr>
            <p:cNvCxnSpPr/>
            <p:nvPr userDrawn="1"/>
          </p:nvCxnSpPr>
          <p:spPr>
            <a:xfrm>
              <a:off x="2144205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2BFE1555-888A-4628-91F9-5A93594F56C9}"/>
                </a:ext>
              </a:extLst>
            </p:cNvPr>
            <p:cNvCxnSpPr/>
            <p:nvPr userDrawn="1"/>
          </p:nvCxnSpPr>
          <p:spPr>
            <a:xfrm>
              <a:off x="2523969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8C9AA308-3067-4E65-B29F-BEAD27AD205B}"/>
                </a:ext>
              </a:extLst>
            </p:cNvPr>
            <p:cNvCxnSpPr/>
            <p:nvPr userDrawn="1"/>
          </p:nvCxnSpPr>
          <p:spPr>
            <a:xfrm>
              <a:off x="2650557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0CAF5AD1-09B6-488F-822D-218E46FA13E2}"/>
                </a:ext>
              </a:extLst>
            </p:cNvPr>
            <p:cNvCxnSpPr/>
            <p:nvPr userDrawn="1"/>
          </p:nvCxnSpPr>
          <p:spPr>
            <a:xfrm>
              <a:off x="2777145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508BFD3-0C93-4C8C-A8D0-6E6DECB0B4DC}"/>
                </a:ext>
              </a:extLst>
            </p:cNvPr>
            <p:cNvCxnSpPr/>
            <p:nvPr userDrawn="1"/>
          </p:nvCxnSpPr>
          <p:spPr>
            <a:xfrm>
              <a:off x="2397381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B28C4DE8-3BC0-42F4-8E11-B59E701D358B}"/>
                </a:ext>
              </a:extLst>
            </p:cNvPr>
            <p:cNvCxnSpPr/>
            <p:nvPr userDrawn="1"/>
          </p:nvCxnSpPr>
          <p:spPr>
            <a:xfrm>
              <a:off x="2270793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92203049-9324-44B0-BE0D-6985452EEE47}"/>
                </a:ext>
              </a:extLst>
            </p:cNvPr>
            <p:cNvCxnSpPr/>
            <p:nvPr userDrawn="1"/>
          </p:nvCxnSpPr>
          <p:spPr>
            <a:xfrm>
              <a:off x="2460675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4E027297-CBB5-49E5-8FB8-4C5C9A74D98A}"/>
                </a:ext>
              </a:extLst>
            </p:cNvPr>
            <p:cNvCxnSpPr/>
            <p:nvPr userDrawn="1"/>
          </p:nvCxnSpPr>
          <p:spPr>
            <a:xfrm>
              <a:off x="2587263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35B8893B-EDDA-4BF1-8F68-615CAE73D34E}"/>
                </a:ext>
              </a:extLst>
            </p:cNvPr>
            <p:cNvCxnSpPr/>
            <p:nvPr userDrawn="1"/>
          </p:nvCxnSpPr>
          <p:spPr>
            <a:xfrm>
              <a:off x="2713851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0EAC0B06-9B1C-4D65-B289-A0371D8A5D49}"/>
                </a:ext>
              </a:extLst>
            </p:cNvPr>
            <p:cNvCxnSpPr/>
            <p:nvPr userDrawn="1"/>
          </p:nvCxnSpPr>
          <p:spPr>
            <a:xfrm>
              <a:off x="2840439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A78DC303-73A9-4270-A158-53652EF9F4CF}"/>
                </a:ext>
              </a:extLst>
            </p:cNvPr>
            <p:cNvCxnSpPr/>
            <p:nvPr userDrawn="1"/>
          </p:nvCxnSpPr>
          <p:spPr>
            <a:xfrm>
              <a:off x="3093615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62720CE1-6195-4A81-B69C-95F0C6D67D32}"/>
                </a:ext>
              </a:extLst>
            </p:cNvPr>
            <p:cNvCxnSpPr/>
            <p:nvPr userDrawn="1"/>
          </p:nvCxnSpPr>
          <p:spPr>
            <a:xfrm>
              <a:off x="2903733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6CEBC492-DA95-420B-98AE-68D84CBC7ED9}"/>
                </a:ext>
              </a:extLst>
            </p:cNvPr>
            <p:cNvCxnSpPr/>
            <p:nvPr userDrawn="1"/>
          </p:nvCxnSpPr>
          <p:spPr>
            <a:xfrm>
              <a:off x="3283497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7CA87CF5-D052-4EC0-9C8F-B691B1E4BD9D}"/>
                </a:ext>
              </a:extLst>
            </p:cNvPr>
            <p:cNvCxnSpPr/>
            <p:nvPr userDrawn="1"/>
          </p:nvCxnSpPr>
          <p:spPr>
            <a:xfrm>
              <a:off x="2967027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004F5DB9-451F-4FD3-B244-47548BA809C0}"/>
                </a:ext>
              </a:extLst>
            </p:cNvPr>
            <p:cNvCxnSpPr/>
            <p:nvPr userDrawn="1"/>
          </p:nvCxnSpPr>
          <p:spPr>
            <a:xfrm>
              <a:off x="3220203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39FFA9E5-D500-41F2-B555-98CFF24CC6DA}"/>
                </a:ext>
              </a:extLst>
            </p:cNvPr>
            <p:cNvCxnSpPr/>
            <p:nvPr userDrawn="1"/>
          </p:nvCxnSpPr>
          <p:spPr>
            <a:xfrm>
              <a:off x="3473379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E4E13B0E-866C-427A-809E-3D4C63132D0E}"/>
                </a:ext>
              </a:extLst>
            </p:cNvPr>
            <p:cNvCxnSpPr/>
            <p:nvPr userDrawn="1"/>
          </p:nvCxnSpPr>
          <p:spPr>
            <a:xfrm>
              <a:off x="3599967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E9D695F2-F3F9-4035-A435-27AA9624B485}"/>
                </a:ext>
              </a:extLst>
            </p:cNvPr>
            <p:cNvCxnSpPr/>
            <p:nvPr userDrawn="1"/>
          </p:nvCxnSpPr>
          <p:spPr>
            <a:xfrm>
              <a:off x="3346791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31DDF716-895D-421F-BDAE-8657F21C220C}"/>
                </a:ext>
              </a:extLst>
            </p:cNvPr>
            <p:cNvCxnSpPr/>
            <p:nvPr userDrawn="1"/>
          </p:nvCxnSpPr>
          <p:spPr>
            <a:xfrm>
              <a:off x="3030321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1917B16B-C46B-4EDC-824F-D2E7D0655B8E}"/>
                </a:ext>
              </a:extLst>
            </p:cNvPr>
            <p:cNvCxnSpPr/>
            <p:nvPr userDrawn="1"/>
          </p:nvCxnSpPr>
          <p:spPr>
            <a:xfrm>
              <a:off x="3726555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41ECD393-0819-4769-A871-1F7386DCDA43}"/>
                </a:ext>
              </a:extLst>
            </p:cNvPr>
            <p:cNvCxnSpPr/>
            <p:nvPr userDrawn="1"/>
          </p:nvCxnSpPr>
          <p:spPr>
            <a:xfrm>
              <a:off x="3536673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708E7420-0A97-4175-B8D7-06271A2B20AF}"/>
                </a:ext>
              </a:extLst>
            </p:cNvPr>
            <p:cNvCxnSpPr/>
            <p:nvPr userDrawn="1"/>
          </p:nvCxnSpPr>
          <p:spPr>
            <a:xfrm>
              <a:off x="3156909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2416C74C-1AB6-47E2-AC37-1B1AEC922916}"/>
                </a:ext>
              </a:extLst>
            </p:cNvPr>
            <p:cNvCxnSpPr/>
            <p:nvPr userDrawn="1"/>
          </p:nvCxnSpPr>
          <p:spPr>
            <a:xfrm>
              <a:off x="3410085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41152CEA-C320-464A-9CD4-5288667F490E}"/>
                </a:ext>
              </a:extLst>
            </p:cNvPr>
            <p:cNvCxnSpPr/>
            <p:nvPr userDrawn="1"/>
          </p:nvCxnSpPr>
          <p:spPr>
            <a:xfrm>
              <a:off x="3789849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2856AD92-DD41-46A6-9B38-1D621B08D202}"/>
                </a:ext>
              </a:extLst>
            </p:cNvPr>
            <p:cNvCxnSpPr/>
            <p:nvPr userDrawn="1"/>
          </p:nvCxnSpPr>
          <p:spPr>
            <a:xfrm>
              <a:off x="3916437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78521F8F-E98D-4DA4-8EEA-4A51E3E47BAA}"/>
                </a:ext>
              </a:extLst>
            </p:cNvPr>
            <p:cNvCxnSpPr/>
            <p:nvPr userDrawn="1"/>
          </p:nvCxnSpPr>
          <p:spPr>
            <a:xfrm>
              <a:off x="3663261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B7E00BF8-8714-49DE-826D-AF2A6F972525}"/>
                </a:ext>
              </a:extLst>
            </p:cNvPr>
            <p:cNvCxnSpPr/>
            <p:nvPr userDrawn="1"/>
          </p:nvCxnSpPr>
          <p:spPr>
            <a:xfrm>
              <a:off x="3853143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AA03602D-2DC8-4826-BFF2-E1CEE6B88172}"/>
                </a:ext>
              </a:extLst>
            </p:cNvPr>
            <p:cNvCxnSpPr/>
            <p:nvPr userDrawn="1"/>
          </p:nvCxnSpPr>
          <p:spPr>
            <a:xfrm>
              <a:off x="3979731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FAF6EE49-E092-4C76-B648-898681362028}"/>
                </a:ext>
              </a:extLst>
            </p:cNvPr>
            <p:cNvCxnSpPr/>
            <p:nvPr userDrawn="1"/>
          </p:nvCxnSpPr>
          <p:spPr>
            <a:xfrm>
              <a:off x="4043025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0EBB1023-C1FC-48A3-90A9-0B5FA5A3724F}"/>
                </a:ext>
              </a:extLst>
            </p:cNvPr>
            <p:cNvCxnSpPr/>
            <p:nvPr userDrawn="1"/>
          </p:nvCxnSpPr>
          <p:spPr>
            <a:xfrm>
              <a:off x="4169613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F707F93F-D2C6-4805-BF3E-780E62CEA586}"/>
                </a:ext>
              </a:extLst>
            </p:cNvPr>
            <p:cNvCxnSpPr/>
            <p:nvPr userDrawn="1"/>
          </p:nvCxnSpPr>
          <p:spPr>
            <a:xfrm>
              <a:off x="4296201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85369A29-8F8F-4EE7-BBB5-BB238A90D683}"/>
                </a:ext>
              </a:extLst>
            </p:cNvPr>
            <p:cNvCxnSpPr/>
            <p:nvPr userDrawn="1"/>
          </p:nvCxnSpPr>
          <p:spPr>
            <a:xfrm>
              <a:off x="4106319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2AA5AFC5-93FB-403A-B620-1EC1560464CB}"/>
                </a:ext>
              </a:extLst>
            </p:cNvPr>
            <p:cNvCxnSpPr/>
            <p:nvPr userDrawn="1"/>
          </p:nvCxnSpPr>
          <p:spPr>
            <a:xfrm>
              <a:off x="4359495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B52C9FCF-0DAD-4D6A-96BE-DD3919CD204B}"/>
                </a:ext>
              </a:extLst>
            </p:cNvPr>
            <p:cNvCxnSpPr/>
            <p:nvPr userDrawn="1"/>
          </p:nvCxnSpPr>
          <p:spPr>
            <a:xfrm>
              <a:off x="4232907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949CD043-DC42-423E-A178-5478318A636F}"/>
                </a:ext>
              </a:extLst>
            </p:cNvPr>
            <p:cNvCxnSpPr/>
            <p:nvPr userDrawn="1"/>
          </p:nvCxnSpPr>
          <p:spPr>
            <a:xfrm>
              <a:off x="4422789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AD2550DE-610E-4A00-8D12-C0FE48A3716D}"/>
                </a:ext>
              </a:extLst>
            </p:cNvPr>
            <p:cNvCxnSpPr/>
            <p:nvPr userDrawn="1"/>
          </p:nvCxnSpPr>
          <p:spPr>
            <a:xfrm>
              <a:off x="4486083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46979ADE-87DC-44DB-B77D-CECCACD71A93}"/>
                </a:ext>
              </a:extLst>
            </p:cNvPr>
            <p:cNvCxnSpPr/>
            <p:nvPr userDrawn="1"/>
          </p:nvCxnSpPr>
          <p:spPr>
            <a:xfrm>
              <a:off x="4549377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E397CE58-2F62-4122-8D0E-70399442D949}"/>
                </a:ext>
              </a:extLst>
            </p:cNvPr>
            <p:cNvCxnSpPr/>
            <p:nvPr userDrawn="1"/>
          </p:nvCxnSpPr>
          <p:spPr>
            <a:xfrm>
              <a:off x="4612671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C0A7CA22-FDF6-46B9-A774-8AF7B707DBB5}"/>
                </a:ext>
              </a:extLst>
            </p:cNvPr>
            <p:cNvCxnSpPr/>
            <p:nvPr userDrawn="1"/>
          </p:nvCxnSpPr>
          <p:spPr>
            <a:xfrm>
              <a:off x="4675965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7292B23A-C46B-4FC6-8741-C05B62B33FDD}"/>
                </a:ext>
              </a:extLst>
            </p:cNvPr>
            <p:cNvCxnSpPr/>
            <p:nvPr userDrawn="1"/>
          </p:nvCxnSpPr>
          <p:spPr>
            <a:xfrm>
              <a:off x="4929141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1C6E704F-36C8-40BF-91C9-A8969D3A49D9}"/>
                </a:ext>
              </a:extLst>
            </p:cNvPr>
            <p:cNvCxnSpPr/>
            <p:nvPr userDrawn="1"/>
          </p:nvCxnSpPr>
          <p:spPr>
            <a:xfrm>
              <a:off x="4802553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ABEF7887-7441-40AB-9BC2-3E3DD121E591}"/>
                </a:ext>
              </a:extLst>
            </p:cNvPr>
            <p:cNvCxnSpPr/>
            <p:nvPr userDrawn="1"/>
          </p:nvCxnSpPr>
          <p:spPr>
            <a:xfrm>
              <a:off x="4992435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02B8C72A-3F3B-4807-A777-D09528AB6A17}"/>
                </a:ext>
              </a:extLst>
            </p:cNvPr>
            <p:cNvCxnSpPr/>
            <p:nvPr userDrawn="1"/>
          </p:nvCxnSpPr>
          <p:spPr>
            <a:xfrm>
              <a:off x="5182317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6583F386-8783-4DCF-B750-45A9103A4634}"/>
                </a:ext>
              </a:extLst>
            </p:cNvPr>
            <p:cNvCxnSpPr/>
            <p:nvPr userDrawn="1"/>
          </p:nvCxnSpPr>
          <p:spPr>
            <a:xfrm>
              <a:off x="5308905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63B0CCDB-97EB-4AF8-B92D-8D6E895C4100}"/>
                </a:ext>
              </a:extLst>
            </p:cNvPr>
            <p:cNvCxnSpPr/>
            <p:nvPr userDrawn="1"/>
          </p:nvCxnSpPr>
          <p:spPr>
            <a:xfrm>
              <a:off x="5435493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7B8298A4-18E9-41B5-8578-886B2F097B02}"/>
                </a:ext>
              </a:extLst>
            </p:cNvPr>
            <p:cNvCxnSpPr/>
            <p:nvPr userDrawn="1"/>
          </p:nvCxnSpPr>
          <p:spPr>
            <a:xfrm>
              <a:off x="4739259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ACEBFF9A-135B-47C2-B141-F2B87927FD1C}"/>
                </a:ext>
              </a:extLst>
            </p:cNvPr>
            <p:cNvCxnSpPr/>
            <p:nvPr userDrawn="1"/>
          </p:nvCxnSpPr>
          <p:spPr>
            <a:xfrm>
              <a:off x="4865847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3E9F59A4-1099-49F5-9E47-468F9B7F80CE}"/>
                </a:ext>
              </a:extLst>
            </p:cNvPr>
            <p:cNvCxnSpPr/>
            <p:nvPr userDrawn="1"/>
          </p:nvCxnSpPr>
          <p:spPr>
            <a:xfrm>
              <a:off x="5055729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77D93525-D731-474F-BB2D-E122A6466C27}"/>
                </a:ext>
              </a:extLst>
            </p:cNvPr>
            <p:cNvCxnSpPr/>
            <p:nvPr userDrawn="1"/>
          </p:nvCxnSpPr>
          <p:spPr>
            <a:xfrm>
              <a:off x="5119023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905F9018-5E6A-4606-9C78-D9BC0C93853D}"/>
                </a:ext>
              </a:extLst>
            </p:cNvPr>
            <p:cNvCxnSpPr/>
            <p:nvPr userDrawn="1"/>
          </p:nvCxnSpPr>
          <p:spPr>
            <a:xfrm>
              <a:off x="5372199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E055118F-131B-425D-A99F-58649EA00B64}"/>
                </a:ext>
              </a:extLst>
            </p:cNvPr>
            <p:cNvCxnSpPr/>
            <p:nvPr userDrawn="1"/>
          </p:nvCxnSpPr>
          <p:spPr>
            <a:xfrm>
              <a:off x="5245611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651FB4A6-4F85-4D86-B916-E5C92C9D9DAF}"/>
                </a:ext>
              </a:extLst>
            </p:cNvPr>
            <p:cNvCxnSpPr/>
            <p:nvPr userDrawn="1"/>
          </p:nvCxnSpPr>
          <p:spPr>
            <a:xfrm>
              <a:off x="5498787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C51A9C6F-4A44-4887-AB37-3EEA60269E19}"/>
                </a:ext>
              </a:extLst>
            </p:cNvPr>
            <p:cNvCxnSpPr/>
            <p:nvPr userDrawn="1"/>
          </p:nvCxnSpPr>
          <p:spPr>
            <a:xfrm>
              <a:off x="5562081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26AC650A-AB45-4C2C-9D58-F27A935F4446}"/>
                </a:ext>
              </a:extLst>
            </p:cNvPr>
            <p:cNvCxnSpPr/>
            <p:nvPr userDrawn="1"/>
          </p:nvCxnSpPr>
          <p:spPr>
            <a:xfrm>
              <a:off x="5625375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440FFE96-40D3-4241-B46C-17655711F6B3}"/>
                </a:ext>
              </a:extLst>
            </p:cNvPr>
            <p:cNvCxnSpPr/>
            <p:nvPr userDrawn="1"/>
          </p:nvCxnSpPr>
          <p:spPr>
            <a:xfrm>
              <a:off x="5688669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C41EC5DC-95E4-49B0-88E6-2B7735A94458}"/>
                </a:ext>
              </a:extLst>
            </p:cNvPr>
            <p:cNvCxnSpPr/>
            <p:nvPr userDrawn="1"/>
          </p:nvCxnSpPr>
          <p:spPr>
            <a:xfrm>
              <a:off x="5815257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969100CA-6962-4AAA-9968-7D16AE91AF85}"/>
                </a:ext>
              </a:extLst>
            </p:cNvPr>
            <p:cNvCxnSpPr/>
            <p:nvPr userDrawn="1"/>
          </p:nvCxnSpPr>
          <p:spPr>
            <a:xfrm>
              <a:off x="5751963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A531C9F-75C2-4146-9122-C74BD7DEEFC4}"/>
                </a:ext>
              </a:extLst>
            </p:cNvPr>
            <p:cNvCxnSpPr/>
            <p:nvPr userDrawn="1"/>
          </p:nvCxnSpPr>
          <p:spPr>
            <a:xfrm>
              <a:off x="5878551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A6280E2E-BF20-490A-8235-84567901F649}"/>
                </a:ext>
              </a:extLst>
            </p:cNvPr>
            <p:cNvCxnSpPr/>
            <p:nvPr userDrawn="1"/>
          </p:nvCxnSpPr>
          <p:spPr>
            <a:xfrm>
              <a:off x="6005139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309D7A4F-F8F0-4E0D-AB69-C2A488590206}"/>
                </a:ext>
              </a:extLst>
            </p:cNvPr>
            <p:cNvCxnSpPr/>
            <p:nvPr userDrawn="1"/>
          </p:nvCxnSpPr>
          <p:spPr>
            <a:xfrm>
              <a:off x="6131727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C4979130-257E-4FA4-9CEC-6E859BF01712}"/>
                </a:ext>
              </a:extLst>
            </p:cNvPr>
            <p:cNvCxnSpPr/>
            <p:nvPr userDrawn="1"/>
          </p:nvCxnSpPr>
          <p:spPr>
            <a:xfrm>
              <a:off x="5941845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0A6A8243-ACEF-4164-AE69-0DEBC8957201}"/>
                </a:ext>
              </a:extLst>
            </p:cNvPr>
            <p:cNvCxnSpPr/>
            <p:nvPr userDrawn="1"/>
          </p:nvCxnSpPr>
          <p:spPr>
            <a:xfrm>
              <a:off x="6321609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E88B369A-693A-4286-86F7-FB618EC5C825}"/>
                </a:ext>
              </a:extLst>
            </p:cNvPr>
            <p:cNvCxnSpPr/>
            <p:nvPr userDrawn="1"/>
          </p:nvCxnSpPr>
          <p:spPr>
            <a:xfrm>
              <a:off x="6448197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DE8AA94F-392B-46F2-A424-59880DFA8AC2}"/>
                </a:ext>
              </a:extLst>
            </p:cNvPr>
            <p:cNvCxnSpPr/>
            <p:nvPr userDrawn="1"/>
          </p:nvCxnSpPr>
          <p:spPr>
            <a:xfrm>
              <a:off x="6574785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2F187E77-780A-42DE-94DC-5973487A1489}"/>
                </a:ext>
              </a:extLst>
            </p:cNvPr>
            <p:cNvCxnSpPr/>
            <p:nvPr userDrawn="1"/>
          </p:nvCxnSpPr>
          <p:spPr>
            <a:xfrm>
              <a:off x="6195021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0E02D27E-32EF-464F-A8C6-346F19B613D2}"/>
                </a:ext>
              </a:extLst>
            </p:cNvPr>
            <p:cNvCxnSpPr/>
            <p:nvPr userDrawn="1"/>
          </p:nvCxnSpPr>
          <p:spPr>
            <a:xfrm>
              <a:off x="6068433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917BEDF5-681F-41CE-A0B6-EEC3F93C444D}"/>
                </a:ext>
              </a:extLst>
            </p:cNvPr>
            <p:cNvCxnSpPr/>
            <p:nvPr userDrawn="1"/>
          </p:nvCxnSpPr>
          <p:spPr>
            <a:xfrm>
              <a:off x="6258315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AB3887D4-6C35-48A5-B423-19DD36E13EEA}"/>
                </a:ext>
              </a:extLst>
            </p:cNvPr>
            <p:cNvCxnSpPr/>
            <p:nvPr userDrawn="1"/>
          </p:nvCxnSpPr>
          <p:spPr>
            <a:xfrm>
              <a:off x="6384903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267EFF33-1B4D-47E7-93C1-1CA927AC2E2D}"/>
                </a:ext>
              </a:extLst>
            </p:cNvPr>
            <p:cNvCxnSpPr/>
            <p:nvPr userDrawn="1"/>
          </p:nvCxnSpPr>
          <p:spPr>
            <a:xfrm>
              <a:off x="6511491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DBDF08B2-8BD5-4BDF-85DF-DB8C8305D032}"/>
                </a:ext>
              </a:extLst>
            </p:cNvPr>
            <p:cNvCxnSpPr/>
            <p:nvPr userDrawn="1"/>
          </p:nvCxnSpPr>
          <p:spPr>
            <a:xfrm>
              <a:off x="6638079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BCAB0E21-A1CC-468D-B93B-566B72AAA406}"/>
                </a:ext>
              </a:extLst>
            </p:cNvPr>
            <p:cNvCxnSpPr/>
            <p:nvPr userDrawn="1"/>
          </p:nvCxnSpPr>
          <p:spPr>
            <a:xfrm>
              <a:off x="6891255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014A4795-3B29-4059-90FF-47595C0A1AF5}"/>
                </a:ext>
              </a:extLst>
            </p:cNvPr>
            <p:cNvCxnSpPr/>
            <p:nvPr userDrawn="1"/>
          </p:nvCxnSpPr>
          <p:spPr>
            <a:xfrm>
              <a:off x="6701373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77862F03-E586-4830-ACB8-71F3C3AC8F75}"/>
                </a:ext>
              </a:extLst>
            </p:cNvPr>
            <p:cNvCxnSpPr/>
            <p:nvPr userDrawn="1"/>
          </p:nvCxnSpPr>
          <p:spPr>
            <a:xfrm>
              <a:off x="7081137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A96A4376-7CCB-480B-BCA8-AF719E87F80F}"/>
                </a:ext>
              </a:extLst>
            </p:cNvPr>
            <p:cNvCxnSpPr/>
            <p:nvPr userDrawn="1"/>
          </p:nvCxnSpPr>
          <p:spPr>
            <a:xfrm>
              <a:off x="6764667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2A105904-1806-4504-9B4F-86F762C53932}"/>
                </a:ext>
              </a:extLst>
            </p:cNvPr>
            <p:cNvCxnSpPr/>
            <p:nvPr userDrawn="1"/>
          </p:nvCxnSpPr>
          <p:spPr>
            <a:xfrm>
              <a:off x="7017843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6F6881F8-9591-44B0-BBE3-62B0CE317E14}"/>
                </a:ext>
              </a:extLst>
            </p:cNvPr>
            <p:cNvCxnSpPr/>
            <p:nvPr userDrawn="1"/>
          </p:nvCxnSpPr>
          <p:spPr>
            <a:xfrm>
              <a:off x="7271019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663FA657-1031-4E9E-9D9B-A1EC74BCDAE3}"/>
                </a:ext>
              </a:extLst>
            </p:cNvPr>
            <p:cNvCxnSpPr/>
            <p:nvPr userDrawn="1"/>
          </p:nvCxnSpPr>
          <p:spPr>
            <a:xfrm>
              <a:off x="7397607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F6900FFB-00A2-4B91-86A7-660498F49B63}"/>
                </a:ext>
              </a:extLst>
            </p:cNvPr>
            <p:cNvCxnSpPr/>
            <p:nvPr userDrawn="1"/>
          </p:nvCxnSpPr>
          <p:spPr>
            <a:xfrm>
              <a:off x="7144431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CF0A3CCB-8D22-4E9E-9A9C-1740D1A20930}"/>
                </a:ext>
              </a:extLst>
            </p:cNvPr>
            <p:cNvCxnSpPr/>
            <p:nvPr userDrawn="1"/>
          </p:nvCxnSpPr>
          <p:spPr>
            <a:xfrm>
              <a:off x="6827961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73824EB0-7EF3-46F9-B3EF-90E54DACE025}"/>
                </a:ext>
              </a:extLst>
            </p:cNvPr>
            <p:cNvCxnSpPr/>
            <p:nvPr userDrawn="1"/>
          </p:nvCxnSpPr>
          <p:spPr>
            <a:xfrm>
              <a:off x="7524195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FB6661B6-5E3F-4BF8-839D-B2E5A47C931D}"/>
                </a:ext>
              </a:extLst>
            </p:cNvPr>
            <p:cNvCxnSpPr/>
            <p:nvPr userDrawn="1"/>
          </p:nvCxnSpPr>
          <p:spPr>
            <a:xfrm>
              <a:off x="7334313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45E5C656-5519-4C72-A8B1-8DA2EE6F1DF0}"/>
                </a:ext>
              </a:extLst>
            </p:cNvPr>
            <p:cNvCxnSpPr/>
            <p:nvPr userDrawn="1"/>
          </p:nvCxnSpPr>
          <p:spPr>
            <a:xfrm>
              <a:off x="6954549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A24FE5E1-9B05-4EE6-B4C7-479ABFDB6077}"/>
                </a:ext>
              </a:extLst>
            </p:cNvPr>
            <p:cNvCxnSpPr/>
            <p:nvPr userDrawn="1"/>
          </p:nvCxnSpPr>
          <p:spPr>
            <a:xfrm>
              <a:off x="7207725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CCAF6383-7075-4C25-95A0-0315ACCDE279}"/>
                </a:ext>
              </a:extLst>
            </p:cNvPr>
            <p:cNvCxnSpPr/>
            <p:nvPr userDrawn="1"/>
          </p:nvCxnSpPr>
          <p:spPr>
            <a:xfrm>
              <a:off x="7587489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D5563100-E175-4CB1-B612-256966F00D52}"/>
                </a:ext>
              </a:extLst>
            </p:cNvPr>
            <p:cNvCxnSpPr/>
            <p:nvPr userDrawn="1"/>
          </p:nvCxnSpPr>
          <p:spPr>
            <a:xfrm>
              <a:off x="7650783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C02F0464-4ECF-45A2-A732-FE745AE7DDD8}"/>
                </a:ext>
              </a:extLst>
            </p:cNvPr>
            <p:cNvCxnSpPr/>
            <p:nvPr userDrawn="1"/>
          </p:nvCxnSpPr>
          <p:spPr>
            <a:xfrm>
              <a:off x="7460901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02D7FA56-8183-4DA3-96CB-B02B994818A5}"/>
                </a:ext>
              </a:extLst>
            </p:cNvPr>
            <p:cNvCxnSpPr/>
            <p:nvPr userDrawn="1"/>
          </p:nvCxnSpPr>
          <p:spPr>
            <a:xfrm>
              <a:off x="7714077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011F617-7B5C-4DB0-BE5B-B4FB93321A70}"/>
                </a:ext>
              </a:extLst>
            </p:cNvPr>
            <p:cNvCxnSpPr/>
            <p:nvPr userDrawn="1"/>
          </p:nvCxnSpPr>
          <p:spPr>
            <a:xfrm>
              <a:off x="7777371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F92C551-FB52-41D7-AD8A-1D7D2F34E352}"/>
                </a:ext>
              </a:extLst>
            </p:cNvPr>
            <p:cNvCxnSpPr/>
            <p:nvPr userDrawn="1"/>
          </p:nvCxnSpPr>
          <p:spPr>
            <a:xfrm>
              <a:off x="7903959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D94EACFA-52A0-4B68-9BFB-23572233DDE2}"/>
                </a:ext>
              </a:extLst>
            </p:cNvPr>
            <p:cNvCxnSpPr/>
            <p:nvPr userDrawn="1"/>
          </p:nvCxnSpPr>
          <p:spPr>
            <a:xfrm>
              <a:off x="7840665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9F010B00-859B-4740-8640-2ACBC69AD18B}"/>
                </a:ext>
              </a:extLst>
            </p:cNvPr>
            <p:cNvCxnSpPr/>
            <p:nvPr userDrawn="1"/>
          </p:nvCxnSpPr>
          <p:spPr>
            <a:xfrm>
              <a:off x="7967253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FB52800-6163-443B-8460-A042F62B7A37}"/>
                </a:ext>
              </a:extLst>
            </p:cNvPr>
            <p:cNvCxnSpPr/>
            <p:nvPr userDrawn="1"/>
          </p:nvCxnSpPr>
          <p:spPr>
            <a:xfrm>
              <a:off x="8093841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FA6640EB-CE31-4864-B5F6-E476B1DE3873}"/>
                </a:ext>
              </a:extLst>
            </p:cNvPr>
            <p:cNvCxnSpPr/>
            <p:nvPr userDrawn="1"/>
          </p:nvCxnSpPr>
          <p:spPr>
            <a:xfrm>
              <a:off x="11321835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8C34973A-94B5-4DE3-BB55-56662D147A10}"/>
                </a:ext>
              </a:extLst>
            </p:cNvPr>
            <p:cNvCxnSpPr/>
            <p:nvPr userDrawn="1"/>
          </p:nvCxnSpPr>
          <p:spPr>
            <a:xfrm>
              <a:off x="8030547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16E25C5A-BC3D-4BED-A0AD-C72200438DE8}"/>
                </a:ext>
              </a:extLst>
            </p:cNvPr>
            <p:cNvCxnSpPr/>
            <p:nvPr userDrawn="1"/>
          </p:nvCxnSpPr>
          <p:spPr>
            <a:xfrm>
              <a:off x="11511717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C005890A-EF19-4D00-9A2D-2AB0B014D7CC}"/>
                </a:ext>
              </a:extLst>
            </p:cNvPr>
            <p:cNvCxnSpPr/>
            <p:nvPr userDrawn="1"/>
          </p:nvCxnSpPr>
          <p:spPr>
            <a:xfrm>
              <a:off x="11638291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B7ED2200-A78C-4B2F-A2F7-34456BC5EDF1}"/>
                </a:ext>
              </a:extLst>
            </p:cNvPr>
            <p:cNvCxnSpPr/>
            <p:nvPr userDrawn="1"/>
          </p:nvCxnSpPr>
          <p:spPr>
            <a:xfrm>
              <a:off x="11765835" y="6248400"/>
              <a:ext cx="466713" cy="533386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69B890A6-7DD8-4EB1-B55E-E8FCF0FE347C}"/>
                </a:ext>
              </a:extLst>
            </p:cNvPr>
            <p:cNvCxnSpPr/>
            <p:nvPr userDrawn="1"/>
          </p:nvCxnSpPr>
          <p:spPr>
            <a:xfrm>
              <a:off x="11385129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771DB039-A9B4-44B9-8C82-3B718B907FE8}"/>
                </a:ext>
              </a:extLst>
            </p:cNvPr>
            <p:cNvCxnSpPr/>
            <p:nvPr userDrawn="1"/>
          </p:nvCxnSpPr>
          <p:spPr>
            <a:xfrm>
              <a:off x="8157135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27B904FA-7EE0-477F-B76E-E99EF4207678}"/>
                </a:ext>
              </a:extLst>
            </p:cNvPr>
            <p:cNvCxnSpPr/>
            <p:nvPr userDrawn="1"/>
          </p:nvCxnSpPr>
          <p:spPr>
            <a:xfrm>
              <a:off x="11448423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DBAE6AA6-A84A-4D1E-8F35-58AA73ED6B77}"/>
                </a:ext>
              </a:extLst>
            </p:cNvPr>
            <p:cNvCxnSpPr/>
            <p:nvPr userDrawn="1"/>
          </p:nvCxnSpPr>
          <p:spPr>
            <a:xfrm>
              <a:off x="11575011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EFC50217-863E-4EAB-8D85-DC0B3F8B6E7F}"/>
                </a:ext>
              </a:extLst>
            </p:cNvPr>
            <p:cNvCxnSpPr/>
            <p:nvPr userDrawn="1"/>
          </p:nvCxnSpPr>
          <p:spPr>
            <a:xfrm>
              <a:off x="11702173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7E707483-F6B6-4F44-B0F7-24F35FF01822}"/>
                </a:ext>
              </a:extLst>
            </p:cNvPr>
            <p:cNvCxnSpPr/>
            <p:nvPr userDrawn="1"/>
          </p:nvCxnSpPr>
          <p:spPr>
            <a:xfrm>
              <a:off x="11829937" y="6248400"/>
              <a:ext cx="400038" cy="457186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96EAA23A-112D-44F5-815B-1B378BA4416A}"/>
                </a:ext>
              </a:extLst>
            </p:cNvPr>
            <p:cNvCxnSpPr/>
            <p:nvPr userDrawn="1"/>
          </p:nvCxnSpPr>
          <p:spPr>
            <a:xfrm>
              <a:off x="12085465" y="6248400"/>
              <a:ext cx="136143" cy="155592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2D283807-D675-4A9D-BE29-F43B4BCA2AC1}"/>
                </a:ext>
              </a:extLst>
            </p:cNvPr>
            <p:cNvCxnSpPr/>
            <p:nvPr userDrawn="1"/>
          </p:nvCxnSpPr>
          <p:spPr>
            <a:xfrm>
              <a:off x="11893819" y="6248400"/>
              <a:ext cx="336156" cy="384178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A84E9650-095D-47A9-83CD-E08A74B0E4BD}"/>
                </a:ext>
              </a:extLst>
            </p:cNvPr>
            <p:cNvCxnSpPr/>
            <p:nvPr userDrawn="1"/>
          </p:nvCxnSpPr>
          <p:spPr>
            <a:xfrm>
              <a:off x="11957701" y="6248400"/>
              <a:ext cx="266700" cy="3048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4CECB7C2-F6B0-497F-A221-BF1A3FEF7DA8}"/>
                </a:ext>
              </a:extLst>
            </p:cNvPr>
            <p:cNvCxnSpPr/>
            <p:nvPr userDrawn="1"/>
          </p:nvCxnSpPr>
          <p:spPr>
            <a:xfrm>
              <a:off x="12213217" y="6248400"/>
              <a:ext cx="16758" cy="19152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075DCED7-5F2E-4A73-8AF3-28B0416217F6}"/>
                </a:ext>
              </a:extLst>
            </p:cNvPr>
            <p:cNvCxnSpPr/>
            <p:nvPr userDrawn="1"/>
          </p:nvCxnSpPr>
          <p:spPr>
            <a:xfrm>
              <a:off x="12021583" y="6248400"/>
              <a:ext cx="200025" cy="228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6F9CD672-5A41-4378-A26A-8F8280CDA11A}"/>
                </a:ext>
              </a:extLst>
            </p:cNvPr>
            <p:cNvCxnSpPr/>
            <p:nvPr userDrawn="1"/>
          </p:nvCxnSpPr>
          <p:spPr>
            <a:xfrm>
              <a:off x="12149347" y="6248400"/>
              <a:ext cx="76755" cy="8772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74412820-B0B0-4C45-868B-0492C066C59B}"/>
                </a:ext>
              </a:extLst>
            </p:cNvPr>
            <p:cNvCxnSpPr/>
            <p:nvPr userDrawn="1"/>
          </p:nvCxnSpPr>
          <p:spPr>
            <a:xfrm>
              <a:off x="8379" y="6705600"/>
              <a:ext cx="133350" cy="1524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157">
              <a:extLst>
                <a:ext uri="{FF2B5EF4-FFF2-40B4-BE49-F238E27FC236}">
                  <a16:creationId xmlns:a16="http://schemas.microsoft.com/office/drawing/2014/main" id="{04E21DDA-C641-467E-AA1F-29287F3E8A6A}"/>
                </a:ext>
              </a:extLst>
            </p:cNvPr>
            <p:cNvCxnSpPr/>
            <p:nvPr userDrawn="1"/>
          </p:nvCxnSpPr>
          <p:spPr>
            <a:xfrm>
              <a:off x="12390" y="6783192"/>
              <a:ext cx="65457" cy="74808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DC33B3AC-141C-48BA-8996-439239E28196}"/>
                </a:ext>
              </a:extLst>
            </p:cNvPr>
            <p:cNvCxnSpPr/>
            <p:nvPr userDrawn="1"/>
          </p:nvCxnSpPr>
          <p:spPr>
            <a:xfrm>
              <a:off x="5586" y="6629400"/>
              <a:ext cx="200025" cy="228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159">
              <a:extLst>
                <a:ext uri="{FF2B5EF4-FFF2-40B4-BE49-F238E27FC236}">
                  <a16:creationId xmlns:a16="http://schemas.microsoft.com/office/drawing/2014/main" id="{10DB24EC-46EF-4104-B4FD-A299F534D251}"/>
                </a:ext>
              </a:extLst>
            </p:cNvPr>
            <p:cNvCxnSpPr/>
            <p:nvPr userDrawn="1"/>
          </p:nvCxnSpPr>
          <p:spPr>
            <a:xfrm>
              <a:off x="8379" y="6340560"/>
              <a:ext cx="452760" cy="51744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56475E0A-E989-493F-A248-7B70DC4BD24B}"/>
                </a:ext>
              </a:extLst>
            </p:cNvPr>
            <p:cNvCxnSpPr/>
            <p:nvPr userDrawn="1"/>
          </p:nvCxnSpPr>
          <p:spPr>
            <a:xfrm>
              <a:off x="5586" y="6556392"/>
              <a:ext cx="263907" cy="301608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6F2B85FA-6C9F-4040-A202-0EB371BD1C69}"/>
                </a:ext>
              </a:extLst>
            </p:cNvPr>
            <p:cNvCxnSpPr/>
            <p:nvPr userDrawn="1"/>
          </p:nvCxnSpPr>
          <p:spPr>
            <a:xfrm>
              <a:off x="0" y="6477000"/>
              <a:ext cx="333375" cy="3810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9F3C90D3-75BC-4CA0-993E-3B17E4600AE2}"/>
                </a:ext>
              </a:extLst>
            </p:cNvPr>
            <p:cNvCxnSpPr/>
            <p:nvPr userDrawn="1"/>
          </p:nvCxnSpPr>
          <p:spPr>
            <a:xfrm>
              <a:off x="55503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CC89489C-886C-4084-BDD8-D2B66A473EE4}"/>
                </a:ext>
              </a:extLst>
            </p:cNvPr>
            <p:cNvCxnSpPr/>
            <p:nvPr userDrawn="1"/>
          </p:nvCxnSpPr>
          <p:spPr>
            <a:xfrm>
              <a:off x="0" y="6403992"/>
              <a:ext cx="397257" cy="454008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56E0F9E9-ADBE-4DC5-BCFD-682E8B7DDCA5}"/>
                </a:ext>
              </a:extLst>
            </p:cNvPr>
            <p:cNvCxnSpPr/>
            <p:nvPr userDrawn="1"/>
          </p:nvCxnSpPr>
          <p:spPr>
            <a:xfrm>
              <a:off x="8379" y="6267552"/>
              <a:ext cx="516642" cy="590448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FD03DAD0-3C53-4535-ACF1-B6A352634ADF}"/>
                </a:ext>
              </a:extLst>
            </p:cNvPr>
            <p:cNvCxnSpPr/>
            <p:nvPr userDrawn="1"/>
          </p:nvCxnSpPr>
          <p:spPr>
            <a:xfrm>
              <a:off x="8283723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DA5D19F6-089F-40C3-8B8F-D63294ECF689}"/>
                </a:ext>
              </a:extLst>
            </p:cNvPr>
            <p:cNvCxnSpPr/>
            <p:nvPr userDrawn="1"/>
          </p:nvCxnSpPr>
          <p:spPr>
            <a:xfrm>
              <a:off x="8220429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CBB98451-9134-4915-8B91-DAE34D713B58}"/>
                </a:ext>
              </a:extLst>
            </p:cNvPr>
            <p:cNvCxnSpPr/>
            <p:nvPr userDrawn="1"/>
          </p:nvCxnSpPr>
          <p:spPr>
            <a:xfrm>
              <a:off x="8347017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>
              <a:extLst>
                <a:ext uri="{FF2B5EF4-FFF2-40B4-BE49-F238E27FC236}">
                  <a16:creationId xmlns:a16="http://schemas.microsoft.com/office/drawing/2014/main" id="{379BDC32-5D4D-4B7E-9B34-08BFAE40E6F2}"/>
                </a:ext>
              </a:extLst>
            </p:cNvPr>
            <p:cNvCxnSpPr/>
            <p:nvPr userDrawn="1"/>
          </p:nvCxnSpPr>
          <p:spPr>
            <a:xfrm>
              <a:off x="8473605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D8A78934-C85C-4368-BF2A-DA57DC84DD5C}"/>
                </a:ext>
              </a:extLst>
            </p:cNvPr>
            <p:cNvCxnSpPr/>
            <p:nvPr userDrawn="1"/>
          </p:nvCxnSpPr>
          <p:spPr>
            <a:xfrm>
              <a:off x="8600193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2633B494-1B81-4950-A9EE-8A5721C145CB}"/>
                </a:ext>
              </a:extLst>
            </p:cNvPr>
            <p:cNvCxnSpPr/>
            <p:nvPr userDrawn="1"/>
          </p:nvCxnSpPr>
          <p:spPr>
            <a:xfrm>
              <a:off x="8410311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45088AEA-E87E-4667-8DDC-0B8F5FF747E4}"/>
                </a:ext>
              </a:extLst>
            </p:cNvPr>
            <p:cNvCxnSpPr/>
            <p:nvPr userDrawn="1"/>
          </p:nvCxnSpPr>
          <p:spPr>
            <a:xfrm>
              <a:off x="8790075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F187F6D9-8B47-476E-93CA-E1429484450F}"/>
                </a:ext>
              </a:extLst>
            </p:cNvPr>
            <p:cNvCxnSpPr/>
            <p:nvPr userDrawn="1"/>
          </p:nvCxnSpPr>
          <p:spPr>
            <a:xfrm>
              <a:off x="8916663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AB284584-1861-4AFD-943B-2040BECE3B35}"/>
                </a:ext>
              </a:extLst>
            </p:cNvPr>
            <p:cNvCxnSpPr/>
            <p:nvPr userDrawn="1"/>
          </p:nvCxnSpPr>
          <p:spPr>
            <a:xfrm>
              <a:off x="9043251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1794A7CE-90E9-444E-B764-BC41D7D77B91}"/>
                </a:ext>
              </a:extLst>
            </p:cNvPr>
            <p:cNvCxnSpPr/>
            <p:nvPr userDrawn="1"/>
          </p:nvCxnSpPr>
          <p:spPr>
            <a:xfrm>
              <a:off x="8663487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5C29B0FF-53C9-4C92-B486-523CD4D59675}"/>
                </a:ext>
              </a:extLst>
            </p:cNvPr>
            <p:cNvCxnSpPr/>
            <p:nvPr userDrawn="1"/>
          </p:nvCxnSpPr>
          <p:spPr>
            <a:xfrm>
              <a:off x="8536899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265C594B-08FB-4727-AC92-EA7F09324429}"/>
                </a:ext>
              </a:extLst>
            </p:cNvPr>
            <p:cNvCxnSpPr/>
            <p:nvPr userDrawn="1"/>
          </p:nvCxnSpPr>
          <p:spPr>
            <a:xfrm>
              <a:off x="8726781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2DEB2837-B4B6-41B9-B779-7F631CAE10F3}"/>
                </a:ext>
              </a:extLst>
            </p:cNvPr>
            <p:cNvCxnSpPr/>
            <p:nvPr userDrawn="1"/>
          </p:nvCxnSpPr>
          <p:spPr>
            <a:xfrm>
              <a:off x="8853369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178">
              <a:extLst>
                <a:ext uri="{FF2B5EF4-FFF2-40B4-BE49-F238E27FC236}">
                  <a16:creationId xmlns:a16="http://schemas.microsoft.com/office/drawing/2014/main" id="{6E1319AB-EC7C-4C76-A8C9-A53FFD62D021}"/>
                </a:ext>
              </a:extLst>
            </p:cNvPr>
            <p:cNvCxnSpPr/>
            <p:nvPr userDrawn="1"/>
          </p:nvCxnSpPr>
          <p:spPr>
            <a:xfrm>
              <a:off x="8979957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6E6BF09B-DA1C-4E48-840C-91B69037DB79}"/>
                </a:ext>
              </a:extLst>
            </p:cNvPr>
            <p:cNvCxnSpPr/>
            <p:nvPr userDrawn="1"/>
          </p:nvCxnSpPr>
          <p:spPr>
            <a:xfrm>
              <a:off x="9106545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180">
              <a:extLst>
                <a:ext uri="{FF2B5EF4-FFF2-40B4-BE49-F238E27FC236}">
                  <a16:creationId xmlns:a16="http://schemas.microsoft.com/office/drawing/2014/main" id="{58730627-8A96-470B-BC57-AAD6019B99B6}"/>
                </a:ext>
              </a:extLst>
            </p:cNvPr>
            <p:cNvCxnSpPr/>
            <p:nvPr userDrawn="1"/>
          </p:nvCxnSpPr>
          <p:spPr>
            <a:xfrm>
              <a:off x="9359721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Connector 181">
              <a:extLst>
                <a:ext uri="{FF2B5EF4-FFF2-40B4-BE49-F238E27FC236}">
                  <a16:creationId xmlns:a16="http://schemas.microsoft.com/office/drawing/2014/main" id="{D665974E-9094-4716-A5A3-9BF46AC1DD47}"/>
                </a:ext>
              </a:extLst>
            </p:cNvPr>
            <p:cNvCxnSpPr/>
            <p:nvPr userDrawn="1"/>
          </p:nvCxnSpPr>
          <p:spPr>
            <a:xfrm>
              <a:off x="9169839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Connector 182">
              <a:extLst>
                <a:ext uri="{FF2B5EF4-FFF2-40B4-BE49-F238E27FC236}">
                  <a16:creationId xmlns:a16="http://schemas.microsoft.com/office/drawing/2014/main" id="{D28C3098-1316-4F7A-AD93-03C0B2E2C805}"/>
                </a:ext>
              </a:extLst>
            </p:cNvPr>
            <p:cNvCxnSpPr/>
            <p:nvPr userDrawn="1"/>
          </p:nvCxnSpPr>
          <p:spPr>
            <a:xfrm>
              <a:off x="9549603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Straight Connector 183">
              <a:extLst>
                <a:ext uri="{FF2B5EF4-FFF2-40B4-BE49-F238E27FC236}">
                  <a16:creationId xmlns:a16="http://schemas.microsoft.com/office/drawing/2014/main" id="{2CC489CF-B092-403D-AC8B-637487926638}"/>
                </a:ext>
              </a:extLst>
            </p:cNvPr>
            <p:cNvCxnSpPr/>
            <p:nvPr userDrawn="1"/>
          </p:nvCxnSpPr>
          <p:spPr>
            <a:xfrm>
              <a:off x="9233133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>
              <a:extLst>
                <a:ext uri="{FF2B5EF4-FFF2-40B4-BE49-F238E27FC236}">
                  <a16:creationId xmlns:a16="http://schemas.microsoft.com/office/drawing/2014/main" id="{53F12F87-CBEE-4973-8E4E-E99B22C5A9B4}"/>
                </a:ext>
              </a:extLst>
            </p:cNvPr>
            <p:cNvCxnSpPr/>
            <p:nvPr userDrawn="1"/>
          </p:nvCxnSpPr>
          <p:spPr>
            <a:xfrm>
              <a:off x="9486309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8BB12B67-C395-45FE-A2E7-7DFA7A2AEE05}"/>
                </a:ext>
              </a:extLst>
            </p:cNvPr>
            <p:cNvCxnSpPr/>
            <p:nvPr userDrawn="1"/>
          </p:nvCxnSpPr>
          <p:spPr>
            <a:xfrm>
              <a:off x="9739485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>
              <a:extLst>
                <a:ext uri="{FF2B5EF4-FFF2-40B4-BE49-F238E27FC236}">
                  <a16:creationId xmlns:a16="http://schemas.microsoft.com/office/drawing/2014/main" id="{2DD3076D-EE45-4431-A3DC-DDE39B28F2A7}"/>
                </a:ext>
              </a:extLst>
            </p:cNvPr>
            <p:cNvCxnSpPr/>
            <p:nvPr userDrawn="1"/>
          </p:nvCxnSpPr>
          <p:spPr>
            <a:xfrm>
              <a:off x="9866073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187">
              <a:extLst>
                <a:ext uri="{FF2B5EF4-FFF2-40B4-BE49-F238E27FC236}">
                  <a16:creationId xmlns:a16="http://schemas.microsoft.com/office/drawing/2014/main" id="{BBDE0CA3-346E-48A5-B54F-785239A9B7B4}"/>
                </a:ext>
              </a:extLst>
            </p:cNvPr>
            <p:cNvCxnSpPr/>
            <p:nvPr userDrawn="1"/>
          </p:nvCxnSpPr>
          <p:spPr>
            <a:xfrm>
              <a:off x="9612897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>
              <a:extLst>
                <a:ext uri="{FF2B5EF4-FFF2-40B4-BE49-F238E27FC236}">
                  <a16:creationId xmlns:a16="http://schemas.microsoft.com/office/drawing/2014/main" id="{3E65B944-2988-483D-B7B3-72545A9CEC62}"/>
                </a:ext>
              </a:extLst>
            </p:cNvPr>
            <p:cNvCxnSpPr/>
            <p:nvPr userDrawn="1"/>
          </p:nvCxnSpPr>
          <p:spPr>
            <a:xfrm>
              <a:off x="9296427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189">
              <a:extLst>
                <a:ext uri="{FF2B5EF4-FFF2-40B4-BE49-F238E27FC236}">
                  <a16:creationId xmlns:a16="http://schemas.microsoft.com/office/drawing/2014/main" id="{C34B1BFA-69CC-48C7-A4BA-4091F2CB6C2C}"/>
                </a:ext>
              </a:extLst>
            </p:cNvPr>
            <p:cNvCxnSpPr/>
            <p:nvPr userDrawn="1"/>
          </p:nvCxnSpPr>
          <p:spPr>
            <a:xfrm>
              <a:off x="9992661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1F71CED4-9CF6-4C94-B699-7E36DC99E864}"/>
                </a:ext>
              </a:extLst>
            </p:cNvPr>
            <p:cNvCxnSpPr/>
            <p:nvPr userDrawn="1"/>
          </p:nvCxnSpPr>
          <p:spPr>
            <a:xfrm>
              <a:off x="9802779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>
              <a:extLst>
                <a:ext uri="{FF2B5EF4-FFF2-40B4-BE49-F238E27FC236}">
                  <a16:creationId xmlns:a16="http://schemas.microsoft.com/office/drawing/2014/main" id="{A8C09EC6-E505-44AA-9503-DBCF7199F3BE}"/>
                </a:ext>
              </a:extLst>
            </p:cNvPr>
            <p:cNvCxnSpPr/>
            <p:nvPr userDrawn="1"/>
          </p:nvCxnSpPr>
          <p:spPr>
            <a:xfrm>
              <a:off x="9423015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400D4F74-0B15-46AB-AF59-2071D8913759}"/>
                </a:ext>
              </a:extLst>
            </p:cNvPr>
            <p:cNvCxnSpPr/>
            <p:nvPr userDrawn="1"/>
          </p:nvCxnSpPr>
          <p:spPr>
            <a:xfrm>
              <a:off x="9676191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>
              <a:extLst>
                <a:ext uri="{FF2B5EF4-FFF2-40B4-BE49-F238E27FC236}">
                  <a16:creationId xmlns:a16="http://schemas.microsoft.com/office/drawing/2014/main" id="{90A8DF55-CF46-477C-BAD0-DC2CF2C86073}"/>
                </a:ext>
              </a:extLst>
            </p:cNvPr>
            <p:cNvCxnSpPr/>
            <p:nvPr userDrawn="1"/>
          </p:nvCxnSpPr>
          <p:spPr>
            <a:xfrm>
              <a:off x="10055955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>
              <a:extLst>
                <a:ext uri="{FF2B5EF4-FFF2-40B4-BE49-F238E27FC236}">
                  <a16:creationId xmlns:a16="http://schemas.microsoft.com/office/drawing/2014/main" id="{792256D7-06E3-4CA2-BDD6-BCB8A69DF8C3}"/>
                </a:ext>
              </a:extLst>
            </p:cNvPr>
            <p:cNvCxnSpPr/>
            <p:nvPr userDrawn="1"/>
          </p:nvCxnSpPr>
          <p:spPr>
            <a:xfrm>
              <a:off x="10119249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Straight Connector 195">
              <a:extLst>
                <a:ext uri="{FF2B5EF4-FFF2-40B4-BE49-F238E27FC236}">
                  <a16:creationId xmlns:a16="http://schemas.microsoft.com/office/drawing/2014/main" id="{3B12184B-ADDA-4E09-8379-532D0753A59D}"/>
                </a:ext>
              </a:extLst>
            </p:cNvPr>
            <p:cNvCxnSpPr/>
            <p:nvPr userDrawn="1"/>
          </p:nvCxnSpPr>
          <p:spPr>
            <a:xfrm>
              <a:off x="9929367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96">
              <a:extLst>
                <a:ext uri="{FF2B5EF4-FFF2-40B4-BE49-F238E27FC236}">
                  <a16:creationId xmlns:a16="http://schemas.microsoft.com/office/drawing/2014/main" id="{C635B82D-2A50-46D8-B68B-7A5EE379E823}"/>
                </a:ext>
              </a:extLst>
            </p:cNvPr>
            <p:cNvCxnSpPr/>
            <p:nvPr userDrawn="1"/>
          </p:nvCxnSpPr>
          <p:spPr>
            <a:xfrm>
              <a:off x="10182543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B6608012-4879-47D3-8783-D3B16105C264}"/>
                </a:ext>
              </a:extLst>
            </p:cNvPr>
            <p:cNvCxnSpPr/>
            <p:nvPr userDrawn="1"/>
          </p:nvCxnSpPr>
          <p:spPr>
            <a:xfrm>
              <a:off x="10245837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130C7ECC-D5D0-4E9C-ABBD-D7CE09E1C422}"/>
                </a:ext>
              </a:extLst>
            </p:cNvPr>
            <p:cNvCxnSpPr/>
            <p:nvPr userDrawn="1"/>
          </p:nvCxnSpPr>
          <p:spPr>
            <a:xfrm>
              <a:off x="10372425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90982F3B-9DEA-4C64-9572-5E9CC9DD318C}"/>
                </a:ext>
              </a:extLst>
            </p:cNvPr>
            <p:cNvCxnSpPr/>
            <p:nvPr userDrawn="1"/>
          </p:nvCxnSpPr>
          <p:spPr>
            <a:xfrm>
              <a:off x="10309131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91DCFFAA-F89C-42F4-AAE6-AA5D7BF8E868}"/>
                </a:ext>
              </a:extLst>
            </p:cNvPr>
            <p:cNvCxnSpPr/>
            <p:nvPr userDrawn="1"/>
          </p:nvCxnSpPr>
          <p:spPr>
            <a:xfrm>
              <a:off x="10435719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447913B3-CE28-4501-B606-1FBBEEA39082}"/>
                </a:ext>
              </a:extLst>
            </p:cNvPr>
            <p:cNvCxnSpPr/>
            <p:nvPr userDrawn="1"/>
          </p:nvCxnSpPr>
          <p:spPr>
            <a:xfrm>
              <a:off x="10625601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7D2385B2-3E44-44F2-B741-D53019603FC8}"/>
                </a:ext>
              </a:extLst>
            </p:cNvPr>
            <p:cNvCxnSpPr/>
            <p:nvPr userDrawn="1"/>
          </p:nvCxnSpPr>
          <p:spPr>
            <a:xfrm>
              <a:off x="10499013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EE871EE7-7D33-415F-8F92-63EB06D31DCA}"/>
                </a:ext>
              </a:extLst>
            </p:cNvPr>
            <p:cNvCxnSpPr/>
            <p:nvPr userDrawn="1"/>
          </p:nvCxnSpPr>
          <p:spPr>
            <a:xfrm>
              <a:off x="10752189" y="6248400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AEFA8327-DD39-4FC4-888B-0B6D8384459E}"/>
                </a:ext>
              </a:extLst>
            </p:cNvPr>
            <p:cNvCxnSpPr/>
            <p:nvPr userDrawn="1"/>
          </p:nvCxnSpPr>
          <p:spPr>
            <a:xfrm>
              <a:off x="10562307" y="6247325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E86F33E-7557-4898-B18C-E5B924A60C19}"/>
                </a:ext>
              </a:extLst>
            </p:cNvPr>
            <p:cNvCxnSpPr/>
            <p:nvPr userDrawn="1"/>
          </p:nvCxnSpPr>
          <p:spPr>
            <a:xfrm>
              <a:off x="10688895" y="6247325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3237FDAC-679A-495F-A653-74B2B3769D92}"/>
                </a:ext>
              </a:extLst>
            </p:cNvPr>
            <p:cNvCxnSpPr/>
            <p:nvPr userDrawn="1"/>
          </p:nvCxnSpPr>
          <p:spPr>
            <a:xfrm>
              <a:off x="10815483" y="6247325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C0FDA57F-6293-48F7-93C7-1739759409B0}"/>
                </a:ext>
              </a:extLst>
            </p:cNvPr>
            <p:cNvCxnSpPr/>
            <p:nvPr userDrawn="1"/>
          </p:nvCxnSpPr>
          <p:spPr>
            <a:xfrm>
              <a:off x="10878777" y="6247325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63604A3F-2E49-4E40-89F9-B18E3D4AE184}"/>
                </a:ext>
              </a:extLst>
            </p:cNvPr>
            <p:cNvCxnSpPr/>
            <p:nvPr userDrawn="1"/>
          </p:nvCxnSpPr>
          <p:spPr>
            <a:xfrm>
              <a:off x="11005365" y="6247325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9F33EE48-5B89-4F95-BC60-318DBF7DA1CF}"/>
                </a:ext>
              </a:extLst>
            </p:cNvPr>
            <p:cNvCxnSpPr/>
            <p:nvPr userDrawn="1"/>
          </p:nvCxnSpPr>
          <p:spPr>
            <a:xfrm>
              <a:off x="10942071" y="6247325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B0B0FEB5-3DB1-49BD-B0B5-8348792523C2}"/>
                </a:ext>
              </a:extLst>
            </p:cNvPr>
            <p:cNvCxnSpPr/>
            <p:nvPr userDrawn="1"/>
          </p:nvCxnSpPr>
          <p:spPr>
            <a:xfrm>
              <a:off x="11068659" y="6247325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74498027-0744-46CC-95B0-F7783D5A8FEC}"/>
                </a:ext>
              </a:extLst>
            </p:cNvPr>
            <p:cNvCxnSpPr/>
            <p:nvPr userDrawn="1"/>
          </p:nvCxnSpPr>
          <p:spPr>
            <a:xfrm>
              <a:off x="11195247" y="6247325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D51F00C1-7BC3-48E2-944F-9122FC84B434}"/>
                </a:ext>
              </a:extLst>
            </p:cNvPr>
            <p:cNvCxnSpPr/>
            <p:nvPr userDrawn="1"/>
          </p:nvCxnSpPr>
          <p:spPr>
            <a:xfrm>
              <a:off x="11131953" y="6247325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71A268ED-9CF9-41CF-B250-E07FB5E672F3}"/>
                </a:ext>
              </a:extLst>
            </p:cNvPr>
            <p:cNvCxnSpPr/>
            <p:nvPr userDrawn="1"/>
          </p:nvCxnSpPr>
          <p:spPr>
            <a:xfrm>
              <a:off x="11258541" y="6247325"/>
              <a:ext cx="533400" cy="60960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5" name="Date Placeholder 3">
            <a:extLst>
              <a:ext uri="{FF2B5EF4-FFF2-40B4-BE49-F238E27FC236}">
                <a16:creationId xmlns:a16="http://schemas.microsoft.com/office/drawing/2014/main" id="{91954C98-EE93-4AF0-A712-3F33B83EDE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BEB0E7-F223-45C5-B9EA-8DDA7062A49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216" name="Footer Placeholder 4">
            <a:extLst>
              <a:ext uri="{FF2B5EF4-FFF2-40B4-BE49-F238E27FC236}">
                <a16:creationId xmlns:a16="http://schemas.microsoft.com/office/drawing/2014/main" id="{CE48B62D-DC02-4A12-935F-1182C35A04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17" name="Slide Number Placeholder 5">
            <a:extLst>
              <a:ext uri="{FF2B5EF4-FFF2-40B4-BE49-F238E27FC236}">
                <a16:creationId xmlns:a16="http://schemas.microsoft.com/office/drawing/2014/main" id="{6EE8C3DA-97BB-4342-9E5C-60F9B5C5C2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721CD8-FF4B-49F2-A8B0-A5066169B3B8}" type="slidenum">
              <a:rPr lang="en-US" smtClean="0"/>
              <a:t>‹#›</a:t>
            </a:fld>
            <a:endParaRPr lang="en-US"/>
          </a:p>
        </p:txBody>
      </p:sp>
      <p:pic>
        <p:nvPicPr>
          <p:cNvPr id="218" name="Picture 217">
            <a:extLst>
              <a:ext uri="{FF2B5EF4-FFF2-40B4-BE49-F238E27FC236}">
                <a16:creationId xmlns:a16="http://schemas.microsoft.com/office/drawing/2014/main" id="{0424909E-1E29-460E-98E6-FA39730D163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608" b="21669"/>
          <a:stretch/>
        </p:blipFill>
        <p:spPr>
          <a:xfrm>
            <a:off x="10898048" y="6314638"/>
            <a:ext cx="909032" cy="506540"/>
          </a:xfrm>
          <a:prstGeom prst="rect">
            <a:avLst/>
          </a:prstGeom>
        </p:spPr>
      </p:pic>
      <p:sp>
        <p:nvSpPr>
          <p:cNvPr id="219" name="TextBox 218">
            <a:extLst>
              <a:ext uri="{FF2B5EF4-FFF2-40B4-BE49-F238E27FC236}">
                <a16:creationId xmlns:a16="http://schemas.microsoft.com/office/drawing/2014/main" id="{49F50B7D-6371-4633-901B-4C3AB6CEAD53}"/>
              </a:ext>
            </a:extLst>
          </p:cNvPr>
          <p:cNvSpPr txBox="1"/>
          <p:nvPr userDrawn="1"/>
        </p:nvSpPr>
        <p:spPr>
          <a:xfrm>
            <a:off x="11584307" y="6427692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85E8E12-18A0-4236-A7B9-44CC006C6CCE}" type="slidenum">
              <a:rPr lang="en-US" sz="1800" b="1" i="0" baseline="0" smtClean="0">
                <a:ln w="19050" cmpd="sng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/>
                <a:latin typeface="Rockwell Extra Bold" panose="02060903040505020403" pitchFamily="18" charset="0"/>
              </a:rPr>
              <a:t>‹#›</a:t>
            </a:fld>
            <a:endParaRPr lang="en-US" sz="1500" b="1" i="0" baseline="0">
              <a:ln w="19050" cmpd="sng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effectLst/>
              <a:latin typeface="Rockwell Extra Bold" panose="02060903040505020403" pitchFamily="18" charset="0"/>
            </a:endParaRPr>
          </a:p>
        </p:txBody>
      </p:sp>
      <p:pic>
        <p:nvPicPr>
          <p:cNvPr id="220" name="Picture 4" descr="Image result for purdue logo">
            <a:extLst>
              <a:ext uri="{FF2B5EF4-FFF2-40B4-BE49-F238E27FC236}">
                <a16:creationId xmlns:a16="http://schemas.microsoft.com/office/drawing/2014/main" id="{C7964E97-2D30-42BF-AE9D-287C22A533F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79" y="6305451"/>
            <a:ext cx="1632120" cy="492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2" name="Title Placeholder 1">
            <a:extLst>
              <a:ext uri="{FF2B5EF4-FFF2-40B4-BE49-F238E27FC236}">
                <a16:creationId xmlns:a16="http://schemas.microsoft.com/office/drawing/2014/main" id="{E7EE59CA-ED6E-4C2A-9B88-3D445B34A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968" y="3745"/>
            <a:ext cx="10285631" cy="9106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056403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b="1" kern="1200" dirty="0">
          <a:solidFill>
            <a:schemeClr val="accent4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5964" y="1110771"/>
            <a:ext cx="11711985" cy="50709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Line 5"/>
          <p:cNvSpPr>
            <a:spLocks noChangeShapeType="1"/>
          </p:cNvSpPr>
          <p:nvPr userDrawn="1"/>
        </p:nvSpPr>
        <p:spPr bwMode="auto">
          <a:xfrm>
            <a:off x="0" y="914400"/>
            <a:ext cx="12192000" cy="0"/>
          </a:xfrm>
          <a:prstGeom prst="line">
            <a:avLst/>
          </a:prstGeom>
          <a:noFill/>
          <a:ln w="28575">
            <a:solidFill>
              <a:srgbClr val="8663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 sz="135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0" t="12984" r="2015" b="9366"/>
          <a:stretch/>
        </p:blipFill>
        <p:spPr>
          <a:xfrm>
            <a:off x="10397420" y="604"/>
            <a:ext cx="1752601" cy="886795"/>
          </a:xfrm>
          <a:prstGeom prst="rect">
            <a:avLst/>
          </a:prstGeom>
        </p:spPr>
      </p:pic>
      <p:pic>
        <p:nvPicPr>
          <p:cNvPr id="218" name="Picture 217">
            <a:extLst>
              <a:ext uri="{FF2B5EF4-FFF2-40B4-BE49-F238E27FC236}">
                <a16:creationId xmlns:a16="http://schemas.microsoft.com/office/drawing/2014/main" id="{0424909E-1E29-460E-98E6-FA39730D163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608" b="21669"/>
          <a:stretch/>
        </p:blipFill>
        <p:spPr>
          <a:xfrm>
            <a:off x="10898048" y="6314638"/>
            <a:ext cx="909032" cy="506540"/>
          </a:xfrm>
          <a:prstGeom prst="rect">
            <a:avLst/>
          </a:prstGeom>
        </p:spPr>
      </p:pic>
      <p:sp>
        <p:nvSpPr>
          <p:cNvPr id="219" name="TextBox 218">
            <a:extLst>
              <a:ext uri="{FF2B5EF4-FFF2-40B4-BE49-F238E27FC236}">
                <a16:creationId xmlns:a16="http://schemas.microsoft.com/office/drawing/2014/main" id="{49F50B7D-6371-4633-901B-4C3AB6CEAD53}"/>
              </a:ext>
            </a:extLst>
          </p:cNvPr>
          <p:cNvSpPr txBox="1"/>
          <p:nvPr userDrawn="1"/>
        </p:nvSpPr>
        <p:spPr>
          <a:xfrm>
            <a:off x="11584307" y="6427692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85E8E12-18A0-4236-A7B9-44CC006C6CCE}" type="slidenum">
              <a:rPr lang="en-US" sz="1800" b="1" i="0" baseline="0" smtClean="0">
                <a:ln w="19050" cmpd="sng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/>
                <a:latin typeface="Rockwell Extra Bold" panose="02060903040505020403" pitchFamily="18" charset="0"/>
              </a:rPr>
              <a:t>‹#›</a:t>
            </a:fld>
            <a:endParaRPr lang="en-US" sz="1500" b="1" i="0" baseline="0">
              <a:ln w="19050" cmpd="sng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effectLst/>
              <a:latin typeface="Rockwell Extra Bold" panose="02060903040505020403" pitchFamily="18" charset="0"/>
            </a:endParaRPr>
          </a:p>
        </p:txBody>
      </p:sp>
      <p:sp>
        <p:nvSpPr>
          <p:cNvPr id="222" name="Title Placeholder 1">
            <a:extLst>
              <a:ext uri="{FF2B5EF4-FFF2-40B4-BE49-F238E27FC236}">
                <a16:creationId xmlns:a16="http://schemas.microsoft.com/office/drawing/2014/main" id="{E7EE59CA-ED6E-4C2A-9B88-3D445B34A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968" y="3745"/>
            <a:ext cx="10285631" cy="9106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A71D31D2-A9E0-2E30-515A-4C14BFDCCBF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30" y="6303248"/>
            <a:ext cx="1663458" cy="493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1285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b="1" kern="1200" dirty="0">
          <a:solidFill>
            <a:schemeClr val="accent4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9968" y="3745"/>
            <a:ext cx="10285631" cy="9106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5964" y="1110771"/>
            <a:ext cx="11711985" cy="50709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BEB0E7-F223-45C5-B9EA-8DDA7062A49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721CD8-FF4B-49F2-A8B0-A5066169B3B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Line 5"/>
          <p:cNvSpPr>
            <a:spLocks noChangeShapeType="1"/>
          </p:cNvSpPr>
          <p:nvPr userDrawn="1"/>
        </p:nvSpPr>
        <p:spPr bwMode="auto">
          <a:xfrm>
            <a:off x="0" y="914400"/>
            <a:ext cx="12192000" cy="0"/>
          </a:xfrm>
          <a:prstGeom prst="line">
            <a:avLst/>
          </a:prstGeom>
          <a:noFill/>
          <a:ln w="28575">
            <a:solidFill>
              <a:srgbClr val="8663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 sz="135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0" t="12984" r="2015" b="9366"/>
          <a:stretch/>
        </p:blipFill>
        <p:spPr>
          <a:xfrm>
            <a:off x="10397420" y="604"/>
            <a:ext cx="1752601" cy="88679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608" b="21669"/>
          <a:stretch/>
        </p:blipFill>
        <p:spPr>
          <a:xfrm>
            <a:off x="10898048" y="6314638"/>
            <a:ext cx="909032" cy="506540"/>
          </a:xfrm>
          <a:prstGeom prst="rect">
            <a:avLst/>
          </a:prstGeom>
        </p:spPr>
      </p:pic>
      <p:sp>
        <p:nvSpPr>
          <p:cNvPr id="11" name="TextBox 10"/>
          <p:cNvSpPr txBox="1"/>
          <p:nvPr userDrawn="1"/>
        </p:nvSpPr>
        <p:spPr>
          <a:xfrm>
            <a:off x="11584307" y="6427692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85E8E12-18A0-4236-A7B9-44CC006C6CCE}" type="slidenum">
              <a:rPr lang="en-US" sz="1800" b="1" i="0" baseline="0" smtClean="0">
                <a:ln w="19050" cmpd="sng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/>
                <a:latin typeface="Rockwell Extra Bold" panose="02060903040505020403" pitchFamily="18" charset="0"/>
              </a:rPr>
              <a:t>‹#›</a:t>
            </a:fld>
            <a:endParaRPr lang="en-US" sz="1500" b="1" i="0" baseline="0">
              <a:ln w="19050" cmpd="sng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effectLst/>
              <a:latin typeface="Rockwell Extra Bold" panose="020609030405050204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88129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b="1" kern="1200" dirty="0">
          <a:solidFill>
            <a:schemeClr val="accent4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98FD907-D54F-B5F0-D2B3-0465E2A138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0055" y="2114077"/>
            <a:ext cx="11064240" cy="2387600"/>
          </a:xfrm>
        </p:spPr>
        <p:txBody>
          <a:bodyPr/>
          <a:lstStyle/>
          <a:p>
            <a:r>
              <a:rPr lang="en-US" sz="5400" dirty="0"/>
              <a:t>Current Sensor Deployment</a:t>
            </a:r>
            <a:br>
              <a:rPr lang="en-US" sz="5400" dirty="0"/>
            </a:br>
            <a:endParaRPr lang="en-US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6887688" y="6378064"/>
            <a:ext cx="38797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solidFill>
                  <a:schemeClr val="bg1"/>
                </a:solidFill>
              </a:rPr>
              <a:t>© 2025 Yuseop Sim, All rights reserved.</a:t>
            </a:r>
            <a:endParaRPr lang="ko-KR" alt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1967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Part 1 Locate Current Sensor Code File 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887688" y="6378064"/>
            <a:ext cx="38797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solidFill>
                  <a:schemeClr val="bg1"/>
                </a:solidFill>
              </a:rPr>
              <a:t>© 2023 Yuseop Sim, All rights reserved.</a:t>
            </a: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5312F9-1E75-2D82-45BC-2FD4E19BCB46}"/>
              </a:ext>
            </a:extLst>
          </p:cNvPr>
          <p:cNvSpPr txBox="1"/>
          <p:nvPr/>
        </p:nvSpPr>
        <p:spPr>
          <a:xfrm>
            <a:off x="212403" y="1128908"/>
            <a:ext cx="11775638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ko-KR" dirty="0">
                <a:ea typeface="맑은 고딕"/>
              </a:rPr>
              <a:t>1. Drag and drop the </a:t>
            </a:r>
            <a:r>
              <a:rPr lang="en-US" altLang="ko-KR" dirty="0">
                <a:solidFill>
                  <a:srgbClr val="000000"/>
                </a:solidFill>
                <a:ea typeface="맑은 고딕"/>
              </a:rPr>
              <a:t>"</a:t>
            </a:r>
            <a:r>
              <a:rPr lang="en-US" altLang="ko-KR" dirty="0" err="1">
                <a:solidFill>
                  <a:srgbClr val="FF0000"/>
                </a:solidFill>
                <a:ea typeface="맑은 고딕"/>
              </a:rPr>
              <a:t>CT_ADC_Current_Pipeline</a:t>
            </a:r>
            <a:r>
              <a:rPr lang="en-US" altLang="ko-KR" dirty="0">
                <a:ea typeface="맑은 고딕"/>
              </a:rPr>
              <a:t>" file to/home/pi via WinSCP.</a:t>
            </a:r>
            <a:r>
              <a:rPr lang="en-US" altLang="ko-KR" dirty="0"/>
              <a:t> </a:t>
            </a:r>
            <a:r>
              <a:rPr lang="en-US" altLang="ko-KR" dirty="0">
                <a:ea typeface="Calibri" panose="020F0502020204030204"/>
                <a:cs typeface="Calibri" panose="020F0502020204030204"/>
              </a:rPr>
              <a:t>The file is</a:t>
            </a:r>
            <a:r>
              <a:rPr lang="en-US" dirty="0">
                <a:ea typeface="Calibri" panose="020F0502020204030204"/>
                <a:cs typeface="Calibri" panose="020F0502020204030204"/>
              </a:rPr>
              <a:t> in OneDrive: Martin Byung-Guk Jun's files - JUNLAB\6. Educational Materials\[EK, YS] Sensor installation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3DD9E9-33D3-89BA-3B5F-E673B5B48547}"/>
              </a:ext>
            </a:extLst>
          </p:cNvPr>
          <p:cNvSpPr txBox="1"/>
          <p:nvPr/>
        </p:nvSpPr>
        <p:spPr>
          <a:xfrm>
            <a:off x="208181" y="1811723"/>
            <a:ext cx="11775638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ko-KR" dirty="0">
                <a:ea typeface="맑은 고딕"/>
              </a:rPr>
              <a:t>2. Follow </a:t>
            </a:r>
            <a:r>
              <a:rPr lang="en-US" altLang="ko-KR" dirty="0">
                <a:solidFill>
                  <a:srgbClr val="FF0000"/>
                </a:solidFill>
                <a:ea typeface="맑은 고딕"/>
              </a:rPr>
              <a:t>“[Trixie] MQTT Setup</a:t>
            </a:r>
            <a:r>
              <a:rPr lang="en-US" altLang="ko-KR" dirty="0">
                <a:ea typeface="맑은 고딕"/>
              </a:rPr>
              <a:t>” slides located in “Martin Byung-Guk Jun's files - JUNLAB\6. Educational Materials\[EK, YS] Sensor installation” and finish the MQTT setup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91160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1"/>
          <p:cNvSpPr>
            <a:spLocks noGrp="1"/>
          </p:cNvSpPr>
          <p:nvPr>
            <p:ph type="title"/>
          </p:nvPr>
        </p:nvSpPr>
        <p:spPr>
          <a:xfrm>
            <a:off x="229968" y="3745"/>
            <a:ext cx="10285631" cy="910655"/>
          </a:xfrm>
        </p:spPr>
        <p:txBody>
          <a:bodyPr/>
          <a:lstStyle/>
          <a:p>
            <a:r>
              <a:rPr lang="en-US" altLang="ko-KR" dirty="0"/>
              <a:t>Part 2 </a:t>
            </a:r>
            <a:r>
              <a:rPr lang="en-US" dirty="0"/>
              <a:t>Install Sound Pipeline Requirements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1720DB-7219-9692-55AB-91E514ED280F}"/>
              </a:ext>
            </a:extLst>
          </p:cNvPr>
          <p:cNvSpPr txBox="1"/>
          <p:nvPr/>
        </p:nvSpPr>
        <p:spPr>
          <a:xfrm>
            <a:off x="369668" y="1028700"/>
            <a:ext cx="612775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1. Update packages:</a:t>
            </a:r>
          </a:p>
          <a:p>
            <a:r>
              <a:rPr lang="en-US" dirty="0" err="1">
                <a:solidFill>
                  <a:srgbClr val="FF0000"/>
                </a:solidFill>
              </a:rPr>
              <a:t>sudo</a:t>
            </a:r>
            <a:r>
              <a:rPr lang="en-US" dirty="0">
                <a:solidFill>
                  <a:srgbClr val="FF0000"/>
                </a:solidFill>
              </a:rPr>
              <a:t> apt update</a:t>
            </a:r>
          </a:p>
          <a:p>
            <a:endParaRPr lang="en-US" dirty="0"/>
          </a:p>
          <a:p>
            <a:r>
              <a:rPr lang="en-US" dirty="0"/>
              <a:t>2. Install Python and current sensor requirements:</a:t>
            </a:r>
          </a:p>
          <a:p>
            <a:r>
              <a:rPr lang="en-US" dirty="0" err="1">
                <a:solidFill>
                  <a:srgbClr val="FF0000"/>
                </a:solidFill>
              </a:rPr>
              <a:t>sudo</a:t>
            </a:r>
            <a:r>
              <a:rPr lang="en-US" dirty="0">
                <a:solidFill>
                  <a:srgbClr val="FF0000"/>
                </a:solidFill>
              </a:rPr>
              <a:t> apt install -y \ </a:t>
            </a:r>
          </a:p>
          <a:p>
            <a:r>
              <a:rPr lang="en-US" dirty="0">
                <a:solidFill>
                  <a:srgbClr val="FF0000"/>
                </a:solidFill>
              </a:rPr>
              <a:t>python3 \ </a:t>
            </a:r>
          </a:p>
          <a:p>
            <a:r>
              <a:rPr lang="en-US" dirty="0">
                <a:solidFill>
                  <a:srgbClr val="FF0000"/>
                </a:solidFill>
              </a:rPr>
              <a:t>python3-serial \ </a:t>
            </a:r>
          </a:p>
          <a:p>
            <a:r>
              <a:rPr lang="en-US" dirty="0">
                <a:solidFill>
                  <a:srgbClr val="FF0000"/>
                </a:solidFill>
              </a:rPr>
              <a:t>python3-paho-mqtt</a:t>
            </a:r>
          </a:p>
        </p:txBody>
      </p:sp>
    </p:spTree>
    <p:extLst>
      <p:ext uri="{BB962C8B-B14F-4D97-AF65-F5344CB8AC3E}">
        <p14:creationId xmlns:p14="http://schemas.microsoft.com/office/powerpoint/2010/main" val="1794407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1"/>
          <p:cNvSpPr>
            <a:spLocks noGrp="1"/>
          </p:cNvSpPr>
          <p:nvPr>
            <p:ph type="title"/>
          </p:nvPr>
        </p:nvSpPr>
        <p:spPr>
          <a:xfrm>
            <a:off x="229968" y="3745"/>
            <a:ext cx="10285631" cy="910655"/>
          </a:xfrm>
        </p:spPr>
        <p:txBody>
          <a:bodyPr/>
          <a:lstStyle/>
          <a:p>
            <a:r>
              <a:rPr lang="en-US" altLang="ko-KR" dirty="0"/>
              <a:t>Part 3 CT &amp; ADC Hardware Installation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BA37D8-CE08-7C77-1A24-56BAE93DD20F}"/>
              </a:ext>
            </a:extLst>
          </p:cNvPr>
          <p:cNvSpPr txBox="1"/>
          <p:nvPr/>
        </p:nvSpPr>
        <p:spPr>
          <a:xfrm>
            <a:off x="370756" y="1157984"/>
            <a:ext cx="613228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Clamp a Current Transducer (CT) on a desired wire.</a:t>
            </a:r>
          </a:p>
          <a:p>
            <a:pPr marL="342900" indent="-342900">
              <a:buAutoNum type="arabicPeriod"/>
            </a:pPr>
            <a:r>
              <a:rPr lang="en-US" dirty="0"/>
              <a:t>Wire the CT to an ADC USB device</a:t>
            </a:r>
          </a:p>
          <a:p>
            <a:pPr marL="342900" indent="-342900">
              <a:buAutoNum type="arabicPeriod"/>
            </a:pPr>
            <a:r>
              <a:rPr lang="en-US" dirty="0"/>
              <a:t>Connect the ADC to a Pi</a:t>
            </a:r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Verify ADC</a:t>
            </a:r>
            <a:br>
              <a:rPr lang="en-US" dirty="0"/>
            </a:br>
            <a:r>
              <a:rPr lang="en-US" dirty="0">
                <a:solidFill>
                  <a:srgbClr val="FF0000"/>
                </a:solidFill>
              </a:rPr>
              <a:t>python3 -m </a:t>
            </a:r>
            <a:r>
              <a:rPr lang="en-US" dirty="0" err="1">
                <a:solidFill>
                  <a:srgbClr val="FF0000"/>
                </a:solidFill>
              </a:rPr>
              <a:t>serial.tools.list_ports</a:t>
            </a:r>
            <a:r>
              <a:rPr lang="en-US" dirty="0">
                <a:solidFill>
                  <a:srgbClr val="FF0000"/>
                </a:solidFill>
              </a:rPr>
              <a:t> –v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237802B-8C39-E047-6A4C-2DCBF33715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2619" y="1841500"/>
            <a:ext cx="6838625" cy="146451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F363803-A6F4-CF51-E967-B8A4A4168FC0}"/>
              </a:ext>
            </a:extLst>
          </p:cNvPr>
          <p:cNvSpPr/>
          <p:nvPr/>
        </p:nvSpPr>
        <p:spPr>
          <a:xfrm>
            <a:off x="4995318" y="2557781"/>
            <a:ext cx="4150386" cy="61969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1015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60599-6060-4818-0CC0-EE94F7843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B55676-5829-0E6A-C0FE-835667544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Part 4-1 Crontab Setting (Single Channel Use)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FC4E2A-BACF-31E2-D667-14D8D536F1A6}"/>
              </a:ext>
            </a:extLst>
          </p:cNvPr>
          <p:cNvSpPr txBox="1"/>
          <p:nvPr/>
        </p:nvSpPr>
        <p:spPr>
          <a:xfrm>
            <a:off x="6887688" y="6378064"/>
            <a:ext cx="38797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solidFill>
                  <a:schemeClr val="bg1"/>
                </a:solidFill>
              </a:rPr>
              <a:t>© 2023 Yuseop Sim, All rights reserved.</a:t>
            </a: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D3DF17-9488-2427-8DB5-833531710CC1}"/>
              </a:ext>
            </a:extLst>
          </p:cNvPr>
          <p:cNvSpPr txBox="1"/>
          <p:nvPr/>
        </p:nvSpPr>
        <p:spPr>
          <a:xfrm>
            <a:off x="3114751" y="944888"/>
            <a:ext cx="9077249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MQTT_USER="</a:t>
            </a:r>
            <a:r>
              <a:rPr lang="en-US" dirty="0" err="1">
                <a:solidFill>
                  <a:srgbClr val="FF0000"/>
                </a:solidFill>
                <a:highlight>
                  <a:srgbClr val="FFFF00"/>
                </a:highlight>
              </a:rPr>
              <a:t>lamm-machine_name-raspi</a:t>
            </a:r>
            <a:r>
              <a:rPr lang="en-US" dirty="0">
                <a:solidFill>
                  <a:srgbClr val="FF0000"/>
                </a:solidFill>
              </a:rPr>
              <a:t>"</a:t>
            </a:r>
          </a:p>
          <a:p>
            <a:r>
              <a:rPr lang="en-US" dirty="0">
                <a:solidFill>
                  <a:srgbClr val="FF0000"/>
                </a:solidFill>
              </a:rPr>
              <a:t>MQTT_PASSWORD="1101"</a:t>
            </a:r>
          </a:p>
          <a:p>
            <a:r>
              <a:rPr lang="en-US" dirty="0">
                <a:solidFill>
                  <a:srgbClr val="FF0000"/>
                </a:solidFill>
              </a:rPr>
              <a:t>EQUIPMENT_NAME=“</a:t>
            </a:r>
            <a:r>
              <a:rPr lang="en-US" dirty="0" err="1">
                <a:solidFill>
                  <a:srgbClr val="FF0000"/>
                </a:solidFill>
                <a:highlight>
                  <a:srgbClr val="FFFF00"/>
                </a:highlight>
              </a:rPr>
              <a:t>machine_name</a:t>
            </a:r>
            <a:r>
              <a:rPr lang="en-US" dirty="0">
                <a:solidFill>
                  <a:srgbClr val="FF0000"/>
                </a:solidFill>
              </a:rPr>
              <a:t>"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# Current Sensor Settings</a:t>
            </a:r>
          </a:p>
          <a:p>
            <a:r>
              <a:rPr lang="en-US" dirty="0">
                <a:solidFill>
                  <a:srgbClr val="FF0000"/>
                </a:solidFill>
              </a:rPr>
              <a:t>CURRENT_CHANNELS="</a:t>
            </a: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</a:rPr>
              <a:t>CH4</a:t>
            </a:r>
            <a:r>
              <a:rPr lang="en-US" dirty="0">
                <a:solidFill>
                  <a:srgbClr val="FF0000"/>
                </a:solidFill>
              </a:rPr>
              <a:t>"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CURRENT_</a:t>
            </a: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</a:rPr>
              <a:t>CH4</a:t>
            </a:r>
            <a:r>
              <a:rPr lang="en-US" dirty="0">
                <a:solidFill>
                  <a:srgbClr val="FF0000"/>
                </a:solidFill>
              </a:rPr>
              <a:t>_CT_V_FULL="</a:t>
            </a: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</a:rPr>
              <a:t>5.0</a:t>
            </a:r>
            <a:r>
              <a:rPr lang="en-US" dirty="0">
                <a:solidFill>
                  <a:srgbClr val="FF0000"/>
                </a:solidFill>
              </a:rPr>
              <a:t>"</a:t>
            </a:r>
          </a:p>
          <a:p>
            <a:r>
              <a:rPr lang="en-US" dirty="0">
                <a:solidFill>
                  <a:srgbClr val="FF0000"/>
                </a:solidFill>
              </a:rPr>
              <a:t>CURRENT_</a:t>
            </a: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</a:rPr>
              <a:t>CH4</a:t>
            </a:r>
            <a:r>
              <a:rPr lang="en-US" dirty="0">
                <a:solidFill>
                  <a:srgbClr val="FF0000"/>
                </a:solidFill>
              </a:rPr>
              <a:t>_CT_I_FULL="</a:t>
            </a: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</a:rPr>
              <a:t>50.0</a:t>
            </a:r>
            <a:r>
              <a:rPr lang="en-US" dirty="0">
                <a:solidFill>
                  <a:srgbClr val="FF0000"/>
                </a:solidFill>
              </a:rPr>
              <a:t>"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CURRENT_CSV_ENABLED=</a:t>
            </a: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</a:rPr>
              <a:t>true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CURRENT_NOISE_FLOOR_ENABLED=</a:t>
            </a: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</a:rPr>
              <a:t>true</a:t>
            </a:r>
          </a:p>
          <a:p>
            <a:r>
              <a:rPr lang="en-US" dirty="0">
                <a:solidFill>
                  <a:srgbClr val="FF0000"/>
                </a:solidFill>
              </a:rPr>
              <a:t>CURRENT_NOISE_FLOOR_A="</a:t>
            </a: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</a:rPr>
              <a:t>0.01</a:t>
            </a:r>
            <a:r>
              <a:rPr lang="en-US" dirty="0">
                <a:solidFill>
                  <a:srgbClr val="FF0000"/>
                </a:solidFill>
              </a:rPr>
              <a:t>"</a:t>
            </a:r>
          </a:p>
          <a:p>
            <a:r>
              <a:rPr lang="en-US" dirty="0">
                <a:solidFill>
                  <a:srgbClr val="FF0000"/>
                </a:solidFill>
              </a:rPr>
              <a:t>CURRENT_NOISE_FLOOR_MODE="zero"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# Current Pipeline</a:t>
            </a:r>
          </a:p>
          <a:p>
            <a:r>
              <a:rPr lang="en-US" dirty="0">
                <a:solidFill>
                  <a:srgbClr val="FF0000"/>
                </a:solidFill>
              </a:rPr>
              <a:t>@reboot sleep 20 &amp;&amp; cd /home/pi/</a:t>
            </a:r>
            <a:r>
              <a:rPr lang="en-US" dirty="0" err="1">
                <a:solidFill>
                  <a:srgbClr val="FF0000"/>
                </a:solidFill>
              </a:rPr>
              <a:t>CT_ADC_Current_Pipeline</a:t>
            </a:r>
            <a:r>
              <a:rPr lang="en-US" dirty="0">
                <a:solidFill>
                  <a:srgbClr val="FF0000"/>
                </a:solidFill>
              </a:rPr>
              <a:t> &amp;&amp; /</a:t>
            </a:r>
            <a:r>
              <a:rPr lang="en-US" dirty="0" err="1">
                <a:solidFill>
                  <a:srgbClr val="FF0000"/>
                </a:solidFill>
              </a:rPr>
              <a:t>usr</a:t>
            </a:r>
            <a:r>
              <a:rPr lang="en-US" dirty="0">
                <a:solidFill>
                  <a:srgbClr val="FF0000"/>
                </a:solidFill>
              </a:rPr>
              <a:t>/bin/python3 -m current &gt;&gt; /home/pi/</a:t>
            </a:r>
            <a:r>
              <a:rPr lang="en-US" dirty="0" err="1">
                <a:solidFill>
                  <a:srgbClr val="FF0000"/>
                </a:solidFill>
              </a:rPr>
              <a:t>CT_ADC_Current_Pipeline</a:t>
            </a:r>
            <a:r>
              <a:rPr lang="en-US" dirty="0">
                <a:solidFill>
                  <a:srgbClr val="FF0000"/>
                </a:solidFill>
              </a:rPr>
              <a:t>/current.log 2&gt;&amp;1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152C26-2A2D-B0CC-BBC4-31FB0E3DD635}"/>
              </a:ext>
            </a:extLst>
          </p:cNvPr>
          <p:cNvSpPr txBox="1"/>
          <p:nvPr/>
        </p:nvSpPr>
        <p:spPr>
          <a:xfrm>
            <a:off x="230882" y="1660907"/>
            <a:ext cx="28847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2. Crontab setting for a single ADC channel use: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038B37-09AD-2CAA-582C-B75EAB038F84}"/>
              </a:ext>
            </a:extLst>
          </p:cNvPr>
          <p:cNvSpPr txBox="1"/>
          <p:nvPr/>
        </p:nvSpPr>
        <p:spPr>
          <a:xfrm>
            <a:off x="229967" y="930096"/>
            <a:ext cx="28847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1. Access the crontab setting</a:t>
            </a:r>
          </a:p>
          <a:p>
            <a:r>
              <a:rPr lang="en-US" dirty="0">
                <a:solidFill>
                  <a:srgbClr val="FF0000"/>
                </a:solidFill>
              </a:rPr>
              <a:t>crontab -e</a:t>
            </a:r>
            <a:endParaRPr lang="en-US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0FD111C-DB50-B1EC-9B0C-705275C3E40C}"/>
              </a:ext>
            </a:extLst>
          </p:cNvPr>
          <p:cNvCxnSpPr>
            <a:cxnSpLocks/>
            <a:stCxn id="19" idx="1"/>
            <a:endCxn id="15" idx="3"/>
          </p:cNvCxnSpPr>
          <p:nvPr/>
        </p:nvCxnSpPr>
        <p:spPr>
          <a:xfrm flipH="1">
            <a:off x="6066462" y="3160879"/>
            <a:ext cx="1373546" cy="72496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F128E6FE-B89A-2C31-8824-965149012F45}"/>
              </a:ext>
            </a:extLst>
          </p:cNvPr>
          <p:cNvSpPr/>
          <p:nvPr/>
        </p:nvSpPr>
        <p:spPr>
          <a:xfrm>
            <a:off x="5652806" y="3735633"/>
            <a:ext cx="413656" cy="30041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C8BC508-DE19-FAB2-BC08-5A5ED4D521CB}"/>
              </a:ext>
            </a:extLst>
          </p:cNvPr>
          <p:cNvSpPr txBox="1"/>
          <p:nvPr/>
        </p:nvSpPr>
        <p:spPr>
          <a:xfrm>
            <a:off x="7440008" y="2699214"/>
            <a:ext cx="2029836" cy="9233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800" dirty="0"/>
              <a:t>Can be true or false:</a:t>
            </a:r>
            <a:br>
              <a:rPr lang="en-US" altLang="ko-KR" sz="1800" dirty="0"/>
            </a:br>
            <a:r>
              <a:rPr lang="en-US" altLang="ko-KR" sz="1800" dirty="0"/>
              <a:t>True: save csv files</a:t>
            </a:r>
          </a:p>
          <a:p>
            <a:r>
              <a:rPr lang="en-US" altLang="ko-KR" dirty="0"/>
              <a:t>False: do not save</a:t>
            </a:r>
            <a:endParaRPr lang="en-US" altLang="ko-KR" sz="1800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117C3FA-4153-1DA4-A80E-DDF4BF8A6C06}"/>
              </a:ext>
            </a:extLst>
          </p:cNvPr>
          <p:cNvCxnSpPr>
            <a:cxnSpLocks/>
            <a:endCxn id="8" idx="3"/>
          </p:cNvCxnSpPr>
          <p:nvPr/>
        </p:nvCxnSpPr>
        <p:spPr>
          <a:xfrm flipV="1">
            <a:off x="2575370" y="1984073"/>
            <a:ext cx="540296" cy="35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36CE48C9-F764-6B96-2072-AD6B10C4CA2B}"/>
              </a:ext>
            </a:extLst>
          </p:cNvPr>
          <p:cNvSpPr/>
          <p:nvPr/>
        </p:nvSpPr>
        <p:spPr>
          <a:xfrm>
            <a:off x="3098719" y="4296480"/>
            <a:ext cx="4002476" cy="8546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1BB5A35-99F8-B278-29F2-5E05B778E521}"/>
              </a:ext>
            </a:extLst>
          </p:cNvPr>
          <p:cNvCxnSpPr>
            <a:cxnSpLocks/>
            <a:stCxn id="25" idx="1"/>
            <a:endCxn id="16" idx="3"/>
          </p:cNvCxnSpPr>
          <p:nvPr/>
        </p:nvCxnSpPr>
        <p:spPr>
          <a:xfrm flipH="1">
            <a:off x="7101195" y="4497713"/>
            <a:ext cx="1013118" cy="22608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C53D77BC-9B33-0778-9005-B1025BF515EE}"/>
              </a:ext>
            </a:extLst>
          </p:cNvPr>
          <p:cNvSpPr txBox="1"/>
          <p:nvPr/>
        </p:nvSpPr>
        <p:spPr>
          <a:xfrm>
            <a:off x="8114313" y="4036048"/>
            <a:ext cx="3061687" cy="9233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800" dirty="0"/>
              <a:t>Noise attenuation option: Some ADCs give noise even if a machine is off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CCA77F7-8295-3F88-6287-DD8BE932514E}"/>
              </a:ext>
            </a:extLst>
          </p:cNvPr>
          <p:cNvSpPr txBox="1"/>
          <p:nvPr/>
        </p:nvSpPr>
        <p:spPr>
          <a:xfrm>
            <a:off x="7286625" y="978493"/>
            <a:ext cx="4846838" cy="6463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b="1" dirty="0"/>
              <a:t>Anything highlighted in this </a:t>
            </a:r>
            <a:r>
              <a:rPr lang="en-US" altLang="ko-KR" b="1" dirty="0">
                <a:highlight>
                  <a:srgbClr val="FFFF00"/>
                </a:highlight>
              </a:rPr>
              <a:t>color</a:t>
            </a:r>
            <a:r>
              <a:rPr lang="en-US" altLang="ko-KR" b="1" dirty="0"/>
              <a:t> means they need to be changed by a user</a:t>
            </a:r>
          </a:p>
        </p:txBody>
      </p:sp>
    </p:spTree>
    <p:extLst>
      <p:ext uri="{BB962C8B-B14F-4D97-AF65-F5344CB8AC3E}">
        <p14:creationId xmlns:p14="http://schemas.microsoft.com/office/powerpoint/2010/main" val="33295707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B9C21-F9B1-7E5D-17AC-8262F181C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52C9DA-E10C-01A7-04B2-7697A7E8F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Part 4-2 Crontab Setting (Multiple Channels Use)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D387C5-863F-1DAD-4157-C7E2644FD5D8}"/>
              </a:ext>
            </a:extLst>
          </p:cNvPr>
          <p:cNvSpPr txBox="1"/>
          <p:nvPr/>
        </p:nvSpPr>
        <p:spPr>
          <a:xfrm>
            <a:off x="6887688" y="6378064"/>
            <a:ext cx="38797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solidFill>
                  <a:schemeClr val="bg1"/>
                </a:solidFill>
              </a:rPr>
              <a:t>© 2023 Yuseop Sim, All rights reserved.</a:t>
            </a: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096F81-6B6F-BEB0-DD7B-043CCDD8D64A}"/>
              </a:ext>
            </a:extLst>
          </p:cNvPr>
          <p:cNvSpPr txBox="1"/>
          <p:nvPr/>
        </p:nvSpPr>
        <p:spPr>
          <a:xfrm>
            <a:off x="229967" y="2565248"/>
            <a:ext cx="342763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# Current Sensor Settings</a:t>
            </a:r>
          </a:p>
          <a:p>
            <a:r>
              <a:rPr lang="en-US" dirty="0">
                <a:solidFill>
                  <a:srgbClr val="FF0000"/>
                </a:solidFill>
              </a:rPr>
              <a:t>CURRENT_CHANNELS="</a:t>
            </a: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</a:rPr>
              <a:t>CH4, CH5”</a:t>
            </a:r>
            <a:endParaRPr lang="en-US" dirty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CURRENT_</a:t>
            </a: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</a:rPr>
              <a:t>CH4</a:t>
            </a:r>
            <a:r>
              <a:rPr lang="en-US" dirty="0">
                <a:solidFill>
                  <a:srgbClr val="FF0000"/>
                </a:solidFill>
              </a:rPr>
              <a:t>_CT_V_FULL="</a:t>
            </a: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</a:rPr>
              <a:t>5.0</a:t>
            </a:r>
            <a:r>
              <a:rPr lang="en-US" dirty="0">
                <a:solidFill>
                  <a:srgbClr val="FF0000"/>
                </a:solidFill>
              </a:rPr>
              <a:t>"</a:t>
            </a:r>
          </a:p>
          <a:p>
            <a:r>
              <a:rPr lang="en-US" dirty="0">
                <a:solidFill>
                  <a:srgbClr val="FF0000"/>
                </a:solidFill>
              </a:rPr>
              <a:t>CURRENT_</a:t>
            </a: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</a:rPr>
              <a:t>CH4</a:t>
            </a:r>
            <a:r>
              <a:rPr lang="en-US" dirty="0">
                <a:solidFill>
                  <a:srgbClr val="FF0000"/>
                </a:solidFill>
              </a:rPr>
              <a:t>_CT_I_FULL="</a:t>
            </a: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</a:rPr>
              <a:t>50.0</a:t>
            </a:r>
            <a:r>
              <a:rPr lang="en-US" dirty="0">
                <a:solidFill>
                  <a:srgbClr val="FF0000"/>
                </a:solidFill>
              </a:rPr>
              <a:t>"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CURRENT_</a:t>
            </a: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</a:rPr>
              <a:t>CH5</a:t>
            </a:r>
            <a:r>
              <a:rPr lang="en-US" dirty="0">
                <a:solidFill>
                  <a:srgbClr val="FF0000"/>
                </a:solidFill>
              </a:rPr>
              <a:t>_CT_V_FULL=“</a:t>
            </a: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</a:rPr>
              <a:t>3.0</a:t>
            </a:r>
            <a:r>
              <a:rPr lang="en-US" dirty="0">
                <a:solidFill>
                  <a:srgbClr val="FF0000"/>
                </a:solidFill>
              </a:rPr>
              <a:t>"</a:t>
            </a:r>
          </a:p>
          <a:p>
            <a:r>
              <a:rPr lang="en-US" dirty="0">
                <a:solidFill>
                  <a:srgbClr val="FF0000"/>
                </a:solidFill>
              </a:rPr>
              <a:t>CURRENT_</a:t>
            </a: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</a:rPr>
              <a:t>CH5</a:t>
            </a:r>
            <a:r>
              <a:rPr lang="en-US" dirty="0">
                <a:solidFill>
                  <a:srgbClr val="FF0000"/>
                </a:solidFill>
              </a:rPr>
              <a:t>_CT_I_FULL="</a:t>
            </a: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</a:rPr>
              <a:t>50.0</a:t>
            </a:r>
            <a:r>
              <a:rPr lang="en-US" dirty="0">
                <a:solidFill>
                  <a:srgbClr val="FF0000"/>
                </a:solidFill>
              </a:rPr>
              <a:t>"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EF37A1-3F18-B6D6-9C4D-D87C518E8805}"/>
              </a:ext>
            </a:extLst>
          </p:cNvPr>
          <p:cNvSpPr txBox="1"/>
          <p:nvPr/>
        </p:nvSpPr>
        <p:spPr>
          <a:xfrm>
            <a:off x="229967" y="2195916"/>
            <a:ext cx="8087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2. Crontab setting for multiple ADC channels use (only change this section):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253514-5BEA-2166-3E31-76DAA0B308A8}"/>
              </a:ext>
            </a:extLst>
          </p:cNvPr>
          <p:cNvSpPr txBox="1"/>
          <p:nvPr/>
        </p:nvSpPr>
        <p:spPr>
          <a:xfrm>
            <a:off x="229967" y="930096"/>
            <a:ext cx="28847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1. Access the crontab setting</a:t>
            </a:r>
          </a:p>
          <a:p>
            <a:r>
              <a:rPr lang="en-US" dirty="0">
                <a:solidFill>
                  <a:srgbClr val="FF0000"/>
                </a:solidFill>
              </a:rPr>
              <a:t>crontab -e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57254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Part 5 Collect Current Data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887688" y="6378064"/>
            <a:ext cx="38797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solidFill>
                  <a:schemeClr val="bg1"/>
                </a:solidFill>
              </a:rPr>
              <a:t>© 2023 Yuseop Sim, All rights reserved.</a:t>
            </a: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3BFCE9-A309-39D1-9EE1-446733764EBF}"/>
              </a:ext>
            </a:extLst>
          </p:cNvPr>
          <p:cNvSpPr txBox="1"/>
          <p:nvPr/>
        </p:nvSpPr>
        <p:spPr>
          <a:xfrm>
            <a:off x="229968" y="958334"/>
            <a:ext cx="14207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dirty="0"/>
              <a:t>Restart Pi</a:t>
            </a:r>
          </a:p>
          <a:p>
            <a:r>
              <a:rPr lang="en-US" altLang="ko-KR" dirty="0" err="1">
                <a:solidFill>
                  <a:srgbClr val="FF0000"/>
                </a:solidFill>
              </a:rPr>
              <a:t>sudo</a:t>
            </a:r>
            <a:r>
              <a:rPr lang="en-US" altLang="ko-KR" dirty="0">
                <a:solidFill>
                  <a:srgbClr val="FF0000"/>
                </a:solidFill>
              </a:rPr>
              <a:t> reboot</a:t>
            </a:r>
            <a:endParaRPr lang="en-US" altLang="ko-KR" sz="1800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BF76F0-9229-5108-FD2A-5BB199A99B6C}"/>
              </a:ext>
            </a:extLst>
          </p:cNvPr>
          <p:cNvSpPr txBox="1"/>
          <p:nvPr/>
        </p:nvSpPr>
        <p:spPr>
          <a:xfrm>
            <a:off x="229968" y="1604665"/>
            <a:ext cx="119620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2. Navigate to /home/pi/</a:t>
            </a:r>
            <a:r>
              <a:rPr lang="en-US" dirty="0" err="1"/>
              <a:t>CT_ADC_Current_Pipeline</a:t>
            </a:r>
            <a:r>
              <a:rPr lang="en-US" altLang="ko-KR" dirty="0"/>
              <a:t>/</a:t>
            </a:r>
            <a:r>
              <a:rPr lang="en-US" dirty="0" err="1"/>
              <a:t>current_data</a:t>
            </a:r>
            <a:r>
              <a:rPr lang="en-US" altLang="ko-KR" dirty="0"/>
              <a:t>/</a:t>
            </a:r>
            <a:r>
              <a:rPr lang="en-US" altLang="ko-KR" dirty="0" err="1"/>
              <a:t>machine_name</a:t>
            </a:r>
            <a:r>
              <a:rPr lang="en-US" altLang="ko-KR" dirty="0"/>
              <a:t>/ and there will be channel folder(s). Retrieve a current CSV file and, on Windows, open and inspect it</a:t>
            </a:r>
            <a:endParaRPr lang="en-US" altLang="ko-KR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97511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7D348-707E-9F90-F0E0-3FC362324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6 Verify MQTT Topics </a:t>
            </a:r>
            <a:endParaRPr lang="en-A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DC89F0-0C70-7F60-62F4-22970F069D79}"/>
              </a:ext>
            </a:extLst>
          </p:cNvPr>
          <p:cNvSpPr txBox="1"/>
          <p:nvPr/>
        </p:nvSpPr>
        <p:spPr>
          <a:xfrm>
            <a:off x="229968" y="914400"/>
            <a:ext cx="483551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1. Current RMS subscription for all channels</a:t>
            </a:r>
          </a:p>
          <a:p>
            <a:r>
              <a:rPr lang="en-US" altLang="ko-KR" dirty="0" err="1">
                <a:solidFill>
                  <a:srgbClr val="FF0000"/>
                </a:solidFill>
              </a:rPr>
              <a:t>mosquitto_sub</a:t>
            </a:r>
            <a:r>
              <a:rPr lang="en-US" altLang="ko-KR" dirty="0">
                <a:solidFill>
                  <a:srgbClr val="FF0000"/>
                </a:solidFill>
              </a:rPr>
              <a:t> -h localhost \</a:t>
            </a:r>
          </a:p>
          <a:p>
            <a:r>
              <a:rPr lang="en-US" altLang="ko-KR" dirty="0">
                <a:solidFill>
                  <a:srgbClr val="FF0000"/>
                </a:solidFill>
              </a:rPr>
              <a:t>-u '</a:t>
            </a:r>
            <a:r>
              <a:rPr lang="en-US" altLang="ko-KR" dirty="0" err="1">
                <a:solidFill>
                  <a:srgbClr val="FF0000"/>
                </a:solidFill>
                <a:highlight>
                  <a:srgbClr val="FFFF00"/>
                </a:highlight>
              </a:rPr>
              <a:t>lamm-machine_name-raspi</a:t>
            </a:r>
            <a:r>
              <a:rPr lang="en-US" altLang="ko-KR" dirty="0">
                <a:solidFill>
                  <a:srgbClr val="FF0000"/>
                </a:solidFill>
              </a:rPr>
              <a:t>' \</a:t>
            </a:r>
          </a:p>
          <a:p>
            <a:r>
              <a:rPr lang="en-US" altLang="ko-KR" dirty="0">
                <a:solidFill>
                  <a:srgbClr val="FF0000"/>
                </a:solidFill>
              </a:rPr>
              <a:t>-P '1101' \</a:t>
            </a:r>
          </a:p>
          <a:p>
            <a:r>
              <a:rPr lang="en-US" altLang="ko-KR" dirty="0">
                <a:solidFill>
                  <a:srgbClr val="FF0000"/>
                </a:solidFill>
              </a:rPr>
              <a:t>-t '</a:t>
            </a:r>
            <a:r>
              <a:rPr lang="en-US" altLang="ko-KR" dirty="0" err="1">
                <a:solidFill>
                  <a:srgbClr val="FF0000"/>
                </a:solidFill>
                <a:highlight>
                  <a:srgbClr val="FFFF00"/>
                </a:highlight>
              </a:rPr>
              <a:t>machine_name</a:t>
            </a:r>
            <a:r>
              <a:rPr lang="en-US" altLang="ko-KR" dirty="0">
                <a:solidFill>
                  <a:srgbClr val="FF0000"/>
                </a:solidFill>
              </a:rPr>
              <a:t>/current/#' \</a:t>
            </a:r>
          </a:p>
          <a:p>
            <a:r>
              <a:rPr lang="en-US" altLang="ko-KR" dirty="0">
                <a:solidFill>
                  <a:srgbClr val="FF0000"/>
                </a:solidFill>
              </a:rPr>
              <a:t>-q 1 -v</a:t>
            </a:r>
            <a:endParaRPr lang="en-US" altLang="ko-KR" sz="1800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D37CCF-E5BD-344C-E14A-E5E4246970E6}"/>
              </a:ext>
            </a:extLst>
          </p:cNvPr>
          <p:cNvSpPr txBox="1"/>
          <p:nvPr/>
        </p:nvSpPr>
        <p:spPr>
          <a:xfrm>
            <a:off x="229968" y="2668726"/>
            <a:ext cx="772386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2. Current RMS subscription for a single channel / one channel from a multi-channel configuration</a:t>
            </a:r>
          </a:p>
          <a:p>
            <a:r>
              <a:rPr lang="en-US" altLang="ko-KR" dirty="0" err="1">
                <a:solidFill>
                  <a:srgbClr val="FF0000"/>
                </a:solidFill>
              </a:rPr>
              <a:t>mosquitto_sub</a:t>
            </a:r>
            <a:r>
              <a:rPr lang="en-US" altLang="ko-KR" dirty="0">
                <a:solidFill>
                  <a:srgbClr val="FF0000"/>
                </a:solidFill>
              </a:rPr>
              <a:t> -h localhost \</a:t>
            </a:r>
          </a:p>
          <a:p>
            <a:r>
              <a:rPr lang="en-US" altLang="ko-KR" dirty="0">
                <a:solidFill>
                  <a:srgbClr val="FF0000"/>
                </a:solidFill>
              </a:rPr>
              <a:t>-u '</a:t>
            </a:r>
            <a:r>
              <a:rPr lang="en-US" altLang="ko-KR" dirty="0" err="1">
                <a:solidFill>
                  <a:srgbClr val="FF0000"/>
                </a:solidFill>
                <a:highlight>
                  <a:srgbClr val="FFFF00"/>
                </a:highlight>
              </a:rPr>
              <a:t>lamm-machine_name-raspi</a:t>
            </a:r>
            <a:r>
              <a:rPr lang="en-US" altLang="ko-KR" dirty="0">
                <a:solidFill>
                  <a:srgbClr val="FF0000"/>
                </a:solidFill>
              </a:rPr>
              <a:t>' \</a:t>
            </a:r>
          </a:p>
          <a:p>
            <a:r>
              <a:rPr lang="en-US" altLang="ko-KR" dirty="0">
                <a:solidFill>
                  <a:srgbClr val="FF0000"/>
                </a:solidFill>
              </a:rPr>
              <a:t>-P '1101' \</a:t>
            </a:r>
          </a:p>
          <a:p>
            <a:r>
              <a:rPr lang="en-US" altLang="ko-KR" dirty="0">
                <a:solidFill>
                  <a:srgbClr val="FF0000"/>
                </a:solidFill>
              </a:rPr>
              <a:t>-t '</a:t>
            </a:r>
            <a:r>
              <a:rPr lang="en-US" altLang="ko-KR" dirty="0" err="1">
                <a:solidFill>
                  <a:srgbClr val="FF0000"/>
                </a:solidFill>
                <a:highlight>
                  <a:srgbClr val="FFFF00"/>
                </a:highlight>
              </a:rPr>
              <a:t>machine_name</a:t>
            </a:r>
            <a:r>
              <a:rPr lang="en-US" altLang="ko-KR" dirty="0">
                <a:solidFill>
                  <a:srgbClr val="FF0000"/>
                </a:solidFill>
              </a:rPr>
              <a:t>/current/</a:t>
            </a:r>
            <a:r>
              <a:rPr lang="en-US" altLang="ko-KR" dirty="0">
                <a:solidFill>
                  <a:srgbClr val="FF0000"/>
                </a:solidFill>
                <a:highlight>
                  <a:srgbClr val="FFFF00"/>
                </a:highlight>
              </a:rPr>
              <a:t>ch#</a:t>
            </a:r>
            <a:r>
              <a:rPr lang="en-US" altLang="ko-KR" dirty="0">
                <a:solidFill>
                  <a:srgbClr val="FF0000"/>
                </a:solidFill>
              </a:rPr>
              <a:t>/rms' \</a:t>
            </a:r>
          </a:p>
          <a:p>
            <a:r>
              <a:rPr lang="en-US" altLang="ko-KR" dirty="0">
                <a:solidFill>
                  <a:srgbClr val="FF0000"/>
                </a:solidFill>
              </a:rPr>
              <a:t>-q 1 -v</a:t>
            </a:r>
            <a:endParaRPr lang="en-US" altLang="ko-KR" sz="1800" dirty="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636943-82E0-AB18-0697-8193C9314E86}"/>
              </a:ext>
            </a:extLst>
          </p:cNvPr>
          <p:cNvSpPr txBox="1"/>
          <p:nvPr/>
        </p:nvSpPr>
        <p:spPr>
          <a:xfrm>
            <a:off x="8435299" y="1126698"/>
            <a:ext cx="3756701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800" dirty="0"/>
              <a:t>Types of all topics:</a:t>
            </a:r>
          </a:p>
          <a:p>
            <a:r>
              <a:rPr lang="en-US" altLang="ko-KR" dirty="0" err="1">
                <a:solidFill>
                  <a:srgbClr val="FF0000"/>
                </a:solidFill>
                <a:highlight>
                  <a:srgbClr val="FFFF00"/>
                </a:highlight>
              </a:rPr>
              <a:t>machine_name</a:t>
            </a:r>
            <a:r>
              <a:rPr lang="en-US" altLang="ko-KR" dirty="0">
                <a:solidFill>
                  <a:srgbClr val="FF0000"/>
                </a:solidFill>
              </a:rPr>
              <a:t>/current/</a:t>
            </a:r>
          </a:p>
          <a:p>
            <a:r>
              <a:rPr lang="en-US" altLang="ko-KR" dirty="0">
                <a:solidFill>
                  <a:srgbClr val="FF0000"/>
                </a:solidFill>
              </a:rPr>
              <a:t>  │</a:t>
            </a:r>
          </a:p>
          <a:p>
            <a:r>
              <a:rPr lang="en-US" altLang="ko-KR" dirty="0">
                <a:solidFill>
                  <a:srgbClr val="FF0000"/>
                </a:solidFill>
              </a:rPr>
              <a:t>  ├── </a:t>
            </a:r>
            <a:r>
              <a:rPr lang="en-US" altLang="ko-KR" dirty="0">
                <a:solidFill>
                  <a:srgbClr val="FF0000"/>
                </a:solidFill>
                <a:highlight>
                  <a:srgbClr val="FFFF00"/>
                </a:highlight>
              </a:rPr>
              <a:t>ch#</a:t>
            </a:r>
          </a:p>
          <a:p>
            <a:r>
              <a:rPr lang="en-US" altLang="ko-KR" dirty="0">
                <a:solidFill>
                  <a:srgbClr val="FF0000"/>
                </a:solidFill>
              </a:rPr>
              <a:t>  │   ├── rms</a:t>
            </a:r>
          </a:p>
          <a:p>
            <a:r>
              <a:rPr lang="en-US" altLang="ko-KR" dirty="0">
                <a:solidFill>
                  <a:srgbClr val="FF0000"/>
                </a:solidFill>
              </a:rPr>
              <a:t>  │   └── voltage</a:t>
            </a:r>
          </a:p>
          <a:p>
            <a:r>
              <a:rPr lang="en-US" altLang="ko-KR" dirty="0">
                <a:solidFill>
                  <a:srgbClr val="FF0000"/>
                </a:solidFill>
              </a:rPr>
              <a:t>  │</a:t>
            </a:r>
          </a:p>
          <a:p>
            <a:r>
              <a:rPr lang="en-US" altLang="ko-KR" dirty="0">
                <a:solidFill>
                  <a:srgbClr val="FF0000"/>
                </a:solidFill>
              </a:rPr>
              <a:t>  ├── metadata</a:t>
            </a:r>
          </a:p>
          <a:p>
            <a:r>
              <a:rPr lang="en-US" altLang="ko-KR" dirty="0">
                <a:solidFill>
                  <a:srgbClr val="FF0000"/>
                </a:solidFill>
              </a:rPr>
              <a:t>  ├── status</a:t>
            </a:r>
          </a:p>
          <a:p>
            <a:r>
              <a:rPr lang="en-US" altLang="ko-KR" dirty="0">
                <a:solidFill>
                  <a:srgbClr val="FF0000"/>
                </a:solidFill>
              </a:rPr>
              <a:t>  │</a:t>
            </a:r>
          </a:p>
          <a:p>
            <a:r>
              <a:rPr lang="en-US" altLang="ko-KR" dirty="0">
                <a:solidFill>
                  <a:srgbClr val="FF0000"/>
                </a:solidFill>
              </a:rPr>
              <a:t>  ├── control</a:t>
            </a:r>
          </a:p>
          <a:p>
            <a:r>
              <a:rPr lang="en-US" altLang="ko-KR" dirty="0">
                <a:solidFill>
                  <a:srgbClr val="FF0000"/>
                </a:solidFill>
              </a:rPr>
              <a:t>  │   └── csv</a:t>
            </a:r>
          </a:p>
          <a:p>
            <a:r>
              <a:rPr lang="en-US" altLang="ko-KR" dirty="0">
                <a:solidFill>
                  <a:srgbClr val="FF0000"/>
                </a:solidFill>
              </a:rPr>
              <a:t>  │</a:t>
            </a:r>
          </a:p>
          <a:p>
            <a:r>
              <a:rPr lang="en-US" altLang="ko-KR" dirty="0">
                <a:solidFill>
                  <a:srgbClr val="FF0000"/>
                </a:solidFill>
              </a:rPr>
              <a:t>  └── status</a:t>
            </a:r>
          </a:p>
          <a:p>
            <a:r>
              <a:rPr lang="en-US" altLang="ko-KR" dirty="0">
                <a:solidFill>
                  <a:srgbClr val="FF0000"/>
                </a:solidFill>
              </a:rPr>
              <a:t>      └── csv</a:t>
            </a:r>
            <a:endParaRPr lang="en-US" altLang="ko-KR" sz="1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5732193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403</TotalTime>
  <Words>871</Words>
  <Application>Microsoft Office PowerPoint</Application>
  <PresentationFormat>Widescreen</PresentationFormat>
  <Paragraphs>122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맑은 고딕</vt:lpstr>
      <vt:lpstr>Arial</vt:lpstr>
      <vt:lpstr>Calibri</vt:lpstr>
      <vt:lpstr>Calibri Light</vt:lpstr>
      <vt:lpstr>Rockwell Extra Bold</vt:lpstr>
      <vt:lpstr>2_Office Theme</vt:lpstr>
      <vt:lpstr>3_Office Theme</vt:lpstr>
      <vt:lpstr>1_Office Theme</vt:lpstr>
      <vt:lpstr>Current Sensor Deployment </vt:lpstr>
      <vt:lpstr>Part 1 Locate Current Sensor Code File </vt:lpstr>
      <vt:lpstr>Part 2 Install Sound Pipeline Requirements</vt:lpstr>
      <vt:lpstr>Part 3 CT &amp; ADC Hardware Installation</vt:lpstr>
      <vt:lpstr>Part 4-1 Crontab Setting (Single Channel Use)</vt:lpstr>
      <vt:lpstr>Part 4-2 Crontab Setting (Multiple Channels Use)</vt:lpstr>
      <vt:lpstr>Part 5 Collect Current Data</vt:lpstr>
      <vt:lpstr>Part 6 Verify MQTT Topics </vt:lpstr>
    </vt:vector>
  </TitlesOfParts>
  <Company>University of Victoria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Eunseob Kim</dc:creator>
  <cp:lastModifiedBy>Yonghyun Lee</cp:lastModifiedBy>
  <cp:revision>55</cp:revision>
  <dcterms:created xsi:type="dcterms:W3CDTF">2017-11-29T02:40:33Z</dcterms:created>
  <dcterms:modified xsi:type="dcterms:W3CDTF">2026-09-02T22:22:25Z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044bd30-2ed7-4c9d-9d12-46200872a97b_Enabled">
    <vt:lpwstr>true</vt:lpwstr>
  </property>
  <property fmtid="{D5CDD505-2E9C-101B-9397-08002B2CF9AE}" pid="3" name="MSIP_Label_4044bd30-2ed7-4c9d-9d12-46200872a97b_SetDate">
    <vt:lpwstr>2023-01-27T04:36:31Z</vt:lpwstr>
  </property>
  <property fmtid="{D5CDD505-2E9C-101B-9397-08002B2CF9AE}" pid="4" name="MSIP_Label_4044bd30-2ed7-4c9d-9d12-46200872a97b_Method">
    <vt:lpwstr>Standard</vt:lpwstr>
  </property>
  <property fmtid="{D5CDD505-2E9C-101B-9397-08002B2CF9AE}" pid="5" name="MSIP_Label_4044bd30-2ed7-4c9d-9d12-46200872a97b_Name">
    <vt:lpwstr>defa4170-0d19-0005-0004-bc88714345d2</vt:lpwstr>
  </property>
  <property fmtid="{D5CDD505-2E9C-101B-9397-08002B2CF9AE}" pid="6" name="MSIP_Label_4044bd30-2ed7-4c9d-9d12-46200872a97b_SiteId">
    <vt:lpwstr>4130bd39-7c53-419c-b1e5-8758d6d63f21</vt:lpwstr>
  </property>
  <property fmtid="{D5CDD505-2E9C-101B-9397-08002B2CF9AE}" pid="7" name="MSIP_Label_4044bd30-2ed7-4c9d-9d12-46200872a97b_ActionId">
    <vt:lpwstr>11bbf0b9-dfef-41e7-a49c-a8584f81febb</vt:lpwstr>
  </property>
  <property fmtid="{D5CDD505-2E9C-101B-9397-08002B2CF9AE}" pid="8" name="MSIP_Label_4044bd30-2ed7-4c9d-9d12-46200872a97b_ContentBits">
    <vt:lpwstr>0</vt:lpwstr>
  </property>
</Properties>
</file>